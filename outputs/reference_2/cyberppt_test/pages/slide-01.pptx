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reference image: outputs/reference_2/photo_2026-07-24_23-49-52.jpg
- Icons: CyberPPT bundled Tabler outline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inst\OneDrive\文档\TalentBank Hackathon\outputs\reference_2\cyberppt_test\assets\slide-01-glass-plat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60120"/>
            <a:ext cx="4343400" cy="4892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50" kern="0" dirty="0">
                <a:solidFill>
                  <a:srgbClr val="0717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LINK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6276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1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LINK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2585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63A"/>
                </a:solidFill>
              </a:rPr>
              <a:t>智慧商业SaaS平台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29992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4FAD"/>
                </a:solidFill>
              </a:rPr>
              <a:t>以AI驱动增长效率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5488" y="3447288"/>
            <a:ext cx="566928" cy="0"/>
          </a:xfrm>
          <a:prstGeom prst="line">
            <a:avLst/>
          </a:prstGeom>
          <a:noFill/>
          <a:ln w="30480">
            <a:solidFill>
              <a:srgbClr val="2467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9359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394"/>
                </a:solidFill>
              </a:rPr>
              <a:t>一体化智能经营中枢，助力企业实现精细化运营与持续增长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4133088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10" name="Image 1" descr="C:\Users\kinst\OneDrive\文档\TalentBank Hackathon\outputs\reference_2\cyberppt_test\assets\chart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4251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" y="4718304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C42"/>
                </a:solidFill>
              </a:rPr>
              <a:t>数据洞察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" y="49926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A93A4"/>
                </a:solidFill>
              </a:rPr>
              <a:t>洞察 · 决策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1444752" y="4133088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14" name="Image 2" descr="C:\Users\kinst\OneDrive\文档\TalentBank Hackathon\outputs\reference_2\cyberppt_test\assets\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4251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18304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C42"/>
                </a:solidFill>
              </a:rPr>
              <a:t>智能运营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325880" y="49926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A93A4"/>
                </a:solidFill>
              </a:rPr>
              <a:t>触达 · 转化</a:t>
            </a:r>
            <a:endParaRPr lang="en-US" sz="820" dirty="0"/>
          </a:p>
        </p:txBody>
      </p:sp>
      <p:sp>
        <p:nvSpPr>
          <p:cNvPr id="17" name="Shape 12"/>
          <p:cNvSpPr/>
          <p:nvPr/>
        </p:nvSpPr>
        <p:spPr>
          <a:xfrm>
            <a:off x="2432304" y="4133088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18" name="Image 3" descr="C:\Users\kinst\OneDrive\文档\TalentBank Hackathon\outputs\reference_2\cyberppt_test\assets\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4251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13432" y="4718304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C42"/>
                </a:solidFill>
              </a:rPr>
              <a:t>全域协同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2313432" y="49926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A93A4"/>
                </a:solidFill>
              </a:rPr>
              <a:t>整合 · 提效</a:t>
            </a:r>
            <a:endParaRPr lang="en-US" sz="820" dirty="0"/>
          </a:p>
        </p:txBody>
      </p:sp>
      <p:sp>
        <p:nvSpPr>
          <p:cNvPr id="21" name="Shape 15"/>
          <p:cNvSpPr/>
          <p:nvPr/>
        </p:nvSpPr>
        <p:spPr>
          <a:xfrm>
            <a:off x="3419856" y="4133088"/>
            <a:ext cx="512064" cy="512064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4EAF4"/>
            </a:solidFill>
            <a:prstDash val="solid"/>
          </a:ln>
          <a:effectLst>
            <a:outerShdw sx="100000" sy="100000" kx="0" ky="0" algn="bl" rotWithShape="0" blurRad="25400" dist="50800" dir="2700000">
              <a:srgbClr val="AABAD0">
                <a:alpha val="14000"/>
              </a:srgbClr>
            </a:outerShdw>
          </a:effectLst>
        </p:spPr>
      </p:sp>
      <p:pic>
        <p:nvPicPr>
          <p:cNvPr id="22" name="Image 4" descr="C:\Users\kinst\OneDrive\文档\TalentBank Hackathon\outputs\reference_2\cyberppt_test\assets\trending-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42519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00984" y="4718304"/>
            <a:ext cx="758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C42"/>
                </a:solidFill>
              </a:rPr>
              <a:t>增长加速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300984" y="49926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A93A4"/>
                </a:solidFill>
              </a:rPr>
              <a:t>优化 · 增长</a:t>
            </a:r>
            <a:endParaRPr lang="en-US" sz="820" dirty="0"/>
          </a:p>
        </p:txBody>
      </p:sp>
      <p:sp>
        <p:nvSpPr>
          <p:cNvPr id="25" name="Text 18"/>
          <p:cNvSpPr/>
          <p:nvPr/>
        </p:nvSpPr>
        <p:spPr>
          <a:xfrm>
            <a:off x="457200" y="63367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5718A"/>
                </a:solidFill>
              </a:rPr>
              <a:t>智  联  商  业  ·  增  长  无  界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520440" y="6419088"/>
            <a:ext cx="4800600" cy="0"/>
          </a:xfrm>
          <a:prstGeom prst="line">
            <a:avLst/>
          </a:prstGeom>
          <a:noFill/>
          <a:ln w="8890">
            <a:solidFill>
              <a:srgbClr val="D9DFE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CareerOS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LINK 智慧商业SaaS平台</dc:title>
  <dc:subject>Reference reconstruction test</dc:subject>
  <dc:creator>CareerOS / CyberPPT test</dc:creator>
  <cp:lastModifiedBy>CareerOS / CyberPPT test</cp:lastModifiedBy>
  <cp:revision>1</cp:revision>
  <dcterms:created xsi:type="dcterms:W3CDTF">2026-07-24T16:04:26Z</dcterms:created>
  <dcterms:modified xsi:type="dcterms:W3CDTF">2026-07-24T16:04:26Z</dcterms:modified>
</cp:coreProperties>
</file>