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deep value discovery: docs/pitch/CAREEROS_DEEP_VALUE_DISCOVERY.md
- Visual reference: outputs/reference_2/photo_2026-07-24_23-49-52.jpg
- Icons: CyberPPT bundled Tabler outline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inst\OneDrive\文档\TalentBank Hackathon\outputs\reference_2\careeros_cover_test\assets\careeros-glass-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60120"/>
            <a:ext cx="434340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02752" y="2907792"/>
            <a:ext cx="566928" cy="566928"/>
          </a:xfrm>
          <a:prstGeom prst="ellipse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1E8F3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5000"/>
              </a:srgbClr>
            </a:outerShdw>
          </a:effectLst>
        </p:spPr>
      </p:sp>
      <p:pic>
        <p:nvPicPr>
          <p:cNvPr id="4" name="Image 1" descr="C:\Users\kinst\OneDrive\文档\TalentBank Hackathon\outputs\reference_2\careeros_cover_test\assets\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3044952"/>
            <a:ext cx="292608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50" kern="0" dirty="0">
                <a:solidFill>
                  <a:srgbClr val="07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CAREEROS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15544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61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CareerOS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457200" y="224942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6163A"/>
                </a:solidFill>
              </a:rPr>
              <a:t>AI-Powered Career Operating System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457200" y="2999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64FAD"/>
                </a:solidFill>
              </a:rPr>
              <a:t>Remember the signal. Act earlier.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475488" y="3447288"/>
            <a:ext cx="566928" cy="0"/>
          </a:xfrm>
          <a:prstGeom prst="line">
            <a:avLst/>
          </a:prstGeom>
          <a:noFill/>
          <a:ln w="30480">
            <a:solidFill>
              <a:srgbClr val="2467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59359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27D91"/>
                </a:solidFill>
              </a:rPr>
              <a:t>CareerOS connects student evidence, employer demand, and university action so gaps can be addressed earlier.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4187952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12" name="Image 2" descr="C:\Users\kinst\OneDrive\文档\TalentBank Hackathon\outputs\reference_2\careeros_cover_test\asset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30682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" y="47548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C1C42"/>
                </a:solidFill>
              </a:rPr>
              <a:t>Career Memory</a:t>
            </a:r>
            <a:endParaRPr lang="en-US" sz="920" dirty="0"/>
          </a:p>
        </p:txBody>
      </p:sp>
      <p:sp>
        <p:nvSpPr>
          <p:cNvPr id="14" name="Text 9"/>
          <p:cNvSpPr/>
          <p:nvPr/>
        </p:nvSpPr>
        <p:spPr>
          <a:xfrm>
            <a:off x="292608" y="51023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3A4"/>
                </a:solidFill>
              </a:rPr>
              <a:t>Preserve · Prove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1444752" y="4187952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16" name="Image 3" descr="C:\Users\kinst\OneDrive\文档\TalentBank Hackathon\outputs\reference_2\careeros_cover_test\assets\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24" y="430682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7548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C1C42"/>
                </a:solidFill>
              </a:rPr>
              <a:t>Career Intelligence</a:t>
            </a:r>
            <a:endParaRPr lang="en-US" sz="920" dirty="0"/>
          </a:p>
        </p:txBody>
      </p:sp>
      <p:sp>
        <p:nvSpPr>
          <p:cNvPr id="18" name="Text 12"/>
          <p:cNvSpPr/>
          <p:nvPr/>
        </p:nvSpPr>
        <p:spPr>
          <a:xfrm>
            <a:off x="1280160" y="51023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3A4"/>
                </a:solidFill>
              </a:rPr>
              <a:t>Explore · Prepare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2432304" y="4187952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20" name="Image 4" descr="C:\Users\kinst\OneDrive\文档\TalentBank Hackathon\outputs\reference_2\careeros_cover_test\assets\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76" y="430682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267712" y="47548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C1C42"/>
                </a:solidFill>
              </a:rPr>
              <a:t>Talent Discovery</a:t>
            </a:r>
            <a:endParaRPr lang="en-US" sz="920" dirty="0"/>
          </a:p>
        </p:txBody>
      </p:sp>
      <p:sp>
        <p:nvSpPr>
          <p:cNvPr id="22" name="Text 15"/>
          <p:cNvSpPr/>
          <p:nvPr/>
        </p:nvSpPr>
        <p:spPr>
          <a:xfrm>
            <a:off x="2267712" y="51023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3A4"/>
                </a:solidFill>
              </a:rPr>
              <a:t>Explain · Validate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3419856" y="4187952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24" name="Image 5" descr="C:\Users\kinst\OneDrive\文档\TalentBank Hackathon\outputs\reference_2\careeros_cover_test\assets\building-ba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728" y="430682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255264" y="47548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C1C42"/>
                </a:solidFill>
              </a:rPr>
              <a:t>University Action</a:t>
            </a:r>
            <a:endParaRPr lang="en-US" sz="920" dirty="0"/>
          </a:p>
        </p:txBody>
      </p:sp>
      <p:sp>
        <p:nvSpPr>
          <p:cNvPr id="26" name="Text 18"/>
          <p:cNvSpPr/>
          <p:nvPr/>
        </p:nvSpPr>
        <p:spPr>
          <a:xfrm>
            <a:off x="3255264" y="51023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3A4"/>
                </a:solidFill>
              </a:rPr>
              <a:t>Detect · Intervene</a:t>
            </a:r>
            <a:endParaRPr lang="en-US" sz="750" dirty="0"/>
          </a:p>
        </p:txBody>
      </p:sp>
      <p:sp>
        <p:nvSpPr>
          <p:cNvPr id="27" name="Text 19"/>
          <p:cNvSpPr/>
          <p:nvPr/>
        </p:nvSpPr>
        <p:spPr>
          <a:xfrm>
            <a:off x="457200" y="63367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05" kern="0" dirty="0">
                <a:solidFill>
                  <a:srgbClr val="65718A"/>
                </a:solidFill>
              </a:rPr>
              <a:t>STUDENT  ·  EMPLOYER  ·  UNIVERSITY</a:t>
            </a:r>
            <a:endParaRPr lang="en-US" sz="820" dirty="0"/>
          </a:p>
        </p:txBody>
      </p:sp>
      <p:sp>
        <p:nvSpPr>
          <p:cNvPr id="28" name="Shape 20"/>
          <p:cNvSpPr/>
          <p:nvPr/>
        </p:nvSpPr>
        <p:spPr>
          <a:xfrm>
            <a:off x="3520440" y="6419088"/>
            <a:ext cx="4800600" cy="0"/>
          </a:xfrm>
          <a:prstGeom prst="line">
            <a:avLst/>
          </a:prstGeom>
          <a:noFill/>
          <a:ln w="8890">
            <a:solidFill>
              <a:srgbClr val="D9DFE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CareerOS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CareerOS — AI-Powered Career Operating System</dc:title>
  <dc:subject>Asynchronous product pitch</dc:subject>
  <dc:creator>CareerOS</dc:creator>
  <cp:lastModifiedBy>CareerOS</cp:lastModifiedBy>
  <cp:revision>1</cp:revision>
  <dcterms:created xsi:type="dcterms:W3CDTF">2026-07-24T16:09:32Z</dcterms:created>
  <dcterms:modified xsi:type="dcterms:W3CDTF">2026-07-24T16:09:32Z</dcterms:modified>
</cp:coreProperties>
</file>