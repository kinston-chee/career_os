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9FCF76-9476-4680-B134-82F52A672C25}" v="1" dt="2026-07-24T15:15:37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e Kinston" userId="798c8083d06f756a" providerId="LiveId" clId="{7799FF23-122D-44A2-854E-93135B59E75E}"/>
    <pc:docChg chg="undo custSel modSld">
      <pc:chgData name="Chee Kinston" userId="798c8083d06f756a" providerId="LiveId" clId="{7799FF23-122D-44A2-854E-93135B59E75E}" dt="2026-07-24T15:38:37.489" v="979" actId="478"/>
      <pc:docMkLst>
        <pc:docMk/>
      </pc:docMkLst>
      <pc:sldChg chg="modSp mod">
        <pc:chgData name="Chee Kinston" userId="798c8083d06f756a" providerId="LiveId" clId="{7799FF23-122D-44A2-854E-93135B59E75E}" dt="2026-07-24T15:11:58.608" v="440" actId="1076"/>
        <pc:sldMkLst>
          <pc:docMk/>
          <pc:sldMk cId="1690427060" sldId="256"/>
        </pc:sldMkLst>
        <pc:spChg chg="mod">
          <ac:chgData name="Chee Kinston" userId="798c8083d06f756a" providerId="LiveId" clId="{7799FF23-122D-44A2-854E-93135B59E75E}" dt="2026-07-24T15:11:51.501" v="364" actId="1076"/>
          <ac:spMkLst>
            <pc:docMk/>
            <pc:sldMk cId="1690427060" sldId="256"/>
            <ac:spMk id="2" creationId="{7CA31D13-577E-4EDD-926F-AE8262AC7D9A}"/>
          </ac:spMkLst>
        </pc:spChg>
        <pc:spChg chg="mod">
          <ac:chgData name="Chee Kinston" userId="798c8083d06f756a" providerId="LiveId" clId="{7799FF23-122D-44A2-854E-93135B59E75E}" dt="2026-07-24T15:11:58.608" v="440" actId="1076"/>
          <ac:spMkLst>
            <pc:docMk/>
            <pc:sldMk cId="1690427060" sldId="256"/>
            <ac:spMk id="3" creationId="{1D5A818F-317A-4110-9C66-C34CC393F5A1}"/>
          </ac:spMkLst>
        </pc:spChg>
      </pc:sldChg>
      <pc:sldChg chg="delSp modSp mod">
        <pc:chgData name="Chee Kinston" userId="798c8083d06f756a" providerId="LiveId" clId="{7799FF23-122D-44A2-854E-93135B59E75E}" dt="2026-07-24T15:15:50.465" v="535" actId="1076"/>
        <pc:sldMkLst>
          <pc:docMk/>
          <pc:sldMk cId="1637669383" sldId="257"/>
        </pc:sldMkLst>
        <pc:spChg chg="mod">
          <ac:chgData name="Chee Kinston" userId="798c8083d06f756a" providerId="LiveId" clId="{7799FF23-122D-44A2-854E-93135B59E75E}" dt="2026-07-24T15:13:45.119" v="454" actId="20577"/>
          <ac:spMkLst>
            <pc:docMk/>
            <pc:sldMk cId="1637669383" sldId="257"/>
            <ac:spMk id="2" creationId="{D30414AA-691E-4AD5-93B5-120AA7446A5A}"/>
          </ac:spMkLst>
        </pc:spChg>
        <pc:spChg chg="mod">
          <ac:chgData name="Chee Kinston" userId="798c8083d06f756a" providerId="LiveId" clId="{7799FF23-122D-44A2-854E-93135B59E75E}" dt="2026-07-24T15:13:56.967" v="455" actId="20577"/>
          <ac:spMkLst>
            <pc:docMk/>
            <pc:sldMk cId="1637669383" sldId="257"/>
            <ac:spMk id="6" creationId="{79F33C8D-F9DB-45C9-B844-D0E383C1365A}"/>
          </ac:spMkLst>
        </pc:spChg>
        <pc:spChg chg="mod">
          <ac:chgData name="Chee Kinston" userId="798c8083d06f756a" providerId="LiveId" clId="{7799FF23-122D-44A2-854E-93135B59E75E}" dt="2026-07-24T15:14:15.184" v="461" actId="20577"/>
          <ac:spMkLst>
            <pc:docMk/>
            <pc:sldMk cId="1637669383" sldId="257"/>
            <ac:spMk id="7" creationId="{9C06B561-9294-4AA3-90C8-C167EFBA8B04}"/>
          </ac:spMkLst>
        </pc:spChg>
        <pc:spChg chg="mod">
          <ac:chgData name="Chee Kinston" userId="798c8083d06f756a" providerId="LiveId" clId="{7799FF23-122D-44A2-854E-93135B59E75E}" dt="2026-07-24T15:14:01.762" v="456" actId="20577"/>
          <ac:spMkLst>
            <pc:docMk/>
            <pc:sldMk cId="1637669383" sldId="257"/>
            <ac:spMk id="11" creationId="{60C922B4-E9D6-41B0-8A76-187A6091279D}"/>
          </ac:spMkLst>
        </pc:spChg>
        <pc:spChg chg="mod">
          <ac:chgData name="Chee Kinston" userId="798c8083d06f756a" providerId="LiveId" clId="{7799FF23-122D-44A2-854E-93135B59E75E}" dt="2026-07-24T15:14:07.685" v="458" actId="20577"/>
          <ac:spMkLst>
            <pc:docMk/>
            <pc:sldMk cId="1637669383" sldId="257"/>
            <ac:spMk id="16" creationId="{A5F8C1B7-E5D5-44D0-B1A9-599B76BDFD3D}"/>
          </ac:spMkLst>
        </pc:spChg>
        <pc:spChg chg="mod">
          <ac:chgData name="Chee Kinston" userId="798c8083d06f756a" providerId="LiveId" clId="{7799FF23-122D-44A2-854E-93135B59E75E}" dt="2026-07-24T15:15:50.465" v="535" actId="1076"/>
          <ac:spMkLst>
            <pc:docMk/>
            <pc:sldMk cId="1637669383" sldId="257"/>
            <ac:spMk id="19" creationId="{95B2F35E-7AF2-4D20-95C7-DEE9A343424D}"/>
          </ac:spMkLst>
        </pc:spChg>
        <pc:spChg chg="del">
          <ac:chgData name="Chee Kinston" userId="798c8083d06f756a" providerId="LiveId" clId="{7799FF23-122D-44A2-854E-93135B59E75E}" dt="2026-07-24T15:12:27.997" v="442" actId="478"/>
          <ac:spMkLst>
            <pc:docMk/>
            <pc:sldMk cId="1637669383" sldId="257"/>
            <ac:spMk id="21" creationId="{FFB036C4-538E-4356-906D-DBAE203F709E}"/>
          </ac:spMkLst>
        </pc:spChg>
        <pc:spChg chg="del">
          <ac:chgData name="Chee Kinston" userId="798c8083d06f756a" providerId="LiveId" clId="{7799FF23-122D-44A2-854E-93135B59E75E}" dt="2026-07-24T15:12:27.245" v="441" actId="478"/>
          <ac:spMkLst>
            <pc:docMk/>
            <pc:sldMk cId="1637669383" sldId="257"/>
            <ac:spMk id="22" creationId="{65AF1BD8-AB53-4864-A517-D7366B67AF64}"/>
          </ac:spMkLst>
        </pc:spChg>
      </pc:sldChg>
      <pc:sldChg chg="delSp modSp mod">
        <pc:chgData name="Chee Kinston" userId="798c8083d06f756a" providerId="LiveId" clId="{7799FF23-122D-44A2-854E-93135B59E75E}" dt="2026-07-24T15:17:28.236" v="560" actId="478"/>
        <pc:sldMkLst>
          <pc:docMk/>
          <pc:sldMk cId="250212119" sldId="258"/>
        </pc:sldMkLst>
        <pc:spChg chg="mod">
          <ac:chgData name="Chee Kinston" userId="798c8083d06f756a" providerId="LiveId" clId="{7799FF23-122D-44A2-854E-93135B59E75E}" dt="2026-07-24T15:16:43.550" v="545" actId="255"/>
          <ac:spMkLst>
            <pc:docMk/>
            <pc:sldMk cId="250212119" sldId="258"/>
            <ac:spMk id="2" creationId="{C69263AF-432E-4AEC-A75D-06C38639083C}"/>
          </ac:spMkLst>
        </pc:spChg>
        <pc:spChg chg="mod">
          <ac:chgData name="Chee Kinston" userId="798c8083d06f756a" providerId="LiveId" clId="{7799FF23-122D-44A2-854E-93135B59E75E}" dt="2026-07-24T15:16:56.896" v="548" actId="255"/>
          <ac:spMkLst>
            <pc:docMk/>
            <pc:sldMk cId="250212119" sldId="258"/>
            <ac:spMk id="5" creationId="{4A462B7A-0ED2-4DAD-9990-0714CB3418DA}"/>
          </ac:spMkLst>
        </pc:spChg>
        <pc:spChg chg="mod">
          <ac:chgData name="Chee Kinston" userId="798c8083d06f756a" providerId="LiveId" clId="{7799FF23-122D-44A2-854E-93135B59E75E}" dt="2026-07-24T15:16:48.924" v="547" actId="20577"/>
          <ac:spMkLst>
            <pc:docMk/>
            <pc:sldMk cId="250212119" sldId="258"/>
            <ac:spMk id="6" creationId="{BA1776AF-A860-4722-9CF6-2395AE7C8A52}"/>
          </ac:spMkLst>
        </pc:spChg>
        <pc:spChg chg="mod">
          <ac:chgData name="Chee Kinston" userId="798c8083d06f756a" providerId="LiveId" clId="{7799FF23-122D-44A2-854E-93135B59E75E}" dt="2026-07-24T15:17:00.349" v="549" actId="255"/>
          <ac:spMkLst>
            <pc:docMk/>
            <pc:sldMk cId="250212119" sldId="258"/>
            <ac:spMk id="9" creationId="{96D5157B-5A40-4747-BAF1-B08A167AEA45}"/>
          </ac:spMkLst>
        </pc:spChg>
        <pc:spChg chg="mod">
          <ac:chgData name="Chee Kinston" userId="798c8083d06f756a" providerId="LiveId" clId="{7799FF23-122D-44A2-854E-93135B59E75E}" dt="2026-07-24T15:17:10.485" v="553" actId="20577"/>
          <ac:spMkLst>
            <pc:docMk/>
            <pc:sldMk cId="250212119" sldId="258"/>
            <ac:spMk id="10" creationId="{836A6CDA-66D5-446E-9725-7D291BF1F29E}"/>
          </ac:spMkLst>
        </pc:spChg>
        <pc:spChg chg="mod">
          <ac:chgData name="Chee Kinston" userId="798c8083d06f756a" providerId="LiveId" clId="{7799FF23-122D-44A2-854E-93135B59E75E}" dt="2026-07-24T15:17:03.800" v="550" actId="255"/>
          <ac:spMkLst>
            <pc:docMk/>
            <pc:sldMk cId="250212119" sldId="258"/>
            <ac:spMk id="13" creationId="{A25F2DB8-813B-4F92-B237-B5024902E00F}"/>
          </ac:spMkLst>
        </pc:spChg>
        <pc:spChg chg="mod">
          <ac:chgData name="Chee Kinston" userId="798c8083d06f756a" providerId="LiveId" clId="{7799FF23-122D-44A2-854E-93135B59E75E}" dt="2026-07-24T15:17:15.202" v="555" actId="20577"/>
          <ac:spMkLst>
            <pc:docMk/>
            <pc:sldMk cId="250212119" sldId="258"/>
            <ac:spMk id="14" creationId="{C667C1EE-7FF0-4943-82F5-B23F02D116A3}"/>
          </ac:spMkLst>
        </pc:spChg>
        <pc:spChg chg="mod">
          <ac:chgData name="Chee Kinston" userId="798c8083d06f756a" providerId="LiveId" clId="{7799FF23-122D-44A2-854E-93135B59E75E}" dt="2026-07-24T15:17:07.343" v="551" actId="255"/>
          <ac:spMkLst>
            <pc:docMk/>
            <pc:sldMk cId="250212119" sldId="258"/>
            <ac:spMk id="17" creationId="{67081A7C-455C-4989-BD02-974D6AA5B5EF}"/>
          </ac:spMkLst>
        </pc:spChg>
        <pc:spChg chg="mod">
          <ac:chgData name="Chee Kinston" userId="798c8083d06f756a" providerId="LiveId" clId="{7799FF23-122D-44A2-854E-93135B59E75E}" dt="2026-07-24T15:17:17.866" v="557" actId="20577"/>
          <ac:spMkLst>
            <pc:docMk/>
            <pc:sldMk cId="250212119" sldId="258"/>
            <ac:spMk id="18" creationId="{BFFE5C4C-FF6B-471A-AA98-86C418C0E74F}"/>
          </ac:spMkLst>
        </pc:spChg>
        <pc:spChg chg="del">
          <ac:chgData name="Chee Kinston" userId="798c8083d06f756a" providerId="LiveId" clId="{7799FF23-122D-44A2-854E-93135B59E75E}" dt="2026-07-24T15:17:27.341" v="559" actId="478"/>
          <ac:spMkLst>
            <pc:docMk/>
            <pc:sldMk cId="250212119" sldId="258"/>
            <ac:spMk id="23" creationId="{D084B90F-EB3D-406B-87E5-69C56EF0BCD2}"/>
          </ac:spMkLst>
        </pc:spChg>
        <pc:spChg chg="del mod">
          <ac:chgData name="Chee Kinston" userId="798c8083d06f756a" providerId="LiveId" clId="{7799FF23-122D-44A2-854E-93135B59E75E}" dt="2026-07-24T15:17:28.236" v="560" actId="478"/>
          <ac:spMkLst>
            <pc:docMk/>
            <pc:sldMk cId="250212119" sldId="258"/>
            <ac:spMk id="24" creationId="{5A075621-CC94-46EE-BDAB-C65EAC16F554}"/>
          </ac:spMkLst>
        </pc:spChg>
      </pc:sldChg>
      <pc:sldChg chg="delSp modSp mod">
        <pc:chgData name="Chee Kinston" userId="798c8083d06f756a" providerId="LiveId" clId="{7799FF23-122D-44A2-854E-93135B59E75E}" dt="2026-07-24T15:18:25.486" v="580" actId="20577"/>
        <pc:sldMkLst>
          <pc:docMk/>
          <pc:sldMk cId="312898555" sldId="259"/>
        </pc:sldMkLst>
        <pc:spChg chg="mod">
          <ac:chgData name="Chee Kinston" userId="798c8083d06f756a" providerId="LiveId" clId="{7799FF23-122D-44A2-854E-93135B59E75E}" dt="2026-07-24T15:17:46.880" v="564" actId="255"/>
          <ac:spMkLst>
            <pc:docMk/>
            <pc:sldMk cId="312898555" sldId="259"/>
            <ac:spMk id="5" creationId="{B8E254F8-EC83-4CEB-B5FF-F68EA1781882}"/>
          </ac:spMkLst>
        </pc:spChg>
        <pc:spChg chg="mod">
          <ac:chgData name="Chee Kinston" userId="798c8083d06f756a" providerId="LiveId" clId="{7799FF23-122D-44A2-854E-93135B59E75E}" dt="2026-07-24T15:18:11.629" v="579" actId="1036"/>
          <ac:spMkLst>
            <pc:docMk/>
            <pc:sldMk cId="312898555" sldId="259"/>
            <ac:spMk id="6" creationId="{60512716-8CF2-4306-AC5C-99D1BF4E70F9}"/>
          </ac:spMkLst>
        </pc:spChg>
        <pc:spChg chg="mod">
          <ac:chgData name="Chee Kinston" userId="798c8083d06f756a" providerId="LiveId" clId="{7799FF23-122D-44A2-854E-93135B59E75E}" dt="2026-07-24T15:17:51.775" v="565" actId="255"/>
          <ac:spMkLst>
            <pc:docMk/>
            <pc:sldMk cId="312898555" sldId="259"/>
            <ac:spMk id="9" creationId="{19CA7840-D546-4989-B892-BD892BCE56AE}"/>
          </ac:spMkLst>
        </pc:spChg>
        <pc:spChg chg="mod">
          <ac:chgData name="Chee Kinston" userId="798c8083d06f756a" providerId="LiveId" clId="{7799FF23-122D-44A2-854E-93135B59E75E}" dt="2026-07-24T15:18:11.629" v="579" actId="1036"/>
          <ac:spMkLst>
            <pc:docMk/>
            <pc:sldMk cId="312898555" sldId="259"/>
            <ac:spMk id="10" creationId="{B66777E6-3103-4B04-8AC5-BA701DD98E60}"/>
          </ac:spMkLst>
        </pc:spChg>
        <pc:spChg chg="mod">
          <ac:chgData name="Chee Kinston" userId="798c8083d06f756a" providerId="LiveId" clId="{7799FF23-122D-44A2-854E-93135B59E75E}" dt="2026-07-24T15:17:55.675" v="566" actId="255"/>
          <ac:spMkLst>
            <pc:docMk/>
            <pc:sldMk cId="312898555" sldId="259"/>
            <ac:spMk id="13" creationId="{BE13799E-F5FD-48DA-BCD0-91A327EE6D67}"/>
          </ac:spMkLst>
        </pc:spChg>
        <pc:spChg chg="mod">
          <ac:chgData name="Chee Kinston" userId="798c8083d06f756a" providerId="LiveId" clId="{7799FF23-122D-44A2-854E-93135B59E75E}" dt="2026-07-24T15:18:11.629" v="579" actId="1036"/>
          <ac:spMkLst>
            <pc:docMk/>
            <pc:sldMk cId="312898555" sldId="259"/>
            <ac:spMk id="14" creationId="{674B9E6D-A0DD-4BB3-B0BC-7F0F132ACA29}"/>
          </ac:spMkLst>
        </pc:spChg>
        <pc:spChg chg="mod">
          <ac:chgData name="Chee Kinston" userId="798c8083d06f756a" providerId="LiveId" clId="{7799FF23-122D-44A2-854E-93135B59E75E}" dt="2026-07-24T15:17:59.051" v="567" actId="255"/>
          <ac:spMkLst>
            <pc:docMk/>
            <pc:sldMk cId="312898555" sldId="259"/>
            <ac:spMk id="17" creationId="{4E60018D-AC39-4F55-838B-2A134C4D61DF}"/>
          </ac:spMkLst>
        </pc:spChg>
        <pc:spChg chg="mod">
          <ac:chgData name="Chee Kinston" userId="798c8083d06f756a" providerId="LiveId" clId="{7799FF23-122D-44A2-854E-93135B59E75E}" dt="2026-07-24T15:18:11.629" v="579" actId="1036"/>
          <ac:spMkLst>
            <pc:docMk/>
            <pc:sldMk cId="312898555" sldId="259"/>
            <ac:spMk id="18" creationId="{C9330D0B-B56B-4333-B134-EDD3AF6A6B1F}"/>
          </ac:spMkLst>
        </pc:spChg>
        <pc:spChg chg="mod">
          <ac:chgData name="Chee Kinston" userId="798c8083d06f756a" providerId="LiveId" clId="{7799FF23-122D-44A2-854E-93135B59E75E}" dt="2026-07-24T15:18:02.563" v="568" actId="255"/>
          <ac:spMkLst>
            <pc:docMk/>
            <pc:sldMk cId="312898555" sldId="259"/>
            <ac:spMk id="21" creationId="{9763DC53-F7ED-49A4-972E-149DC2AB4388}"/>
          </ac:spMkLst>
        </pc:spChg>
        <pc:spChg chg="mod">
          <ac:chgData name="Chee Kinston" userId="798c8083d06f756a" providerId="LiveId" clId="{7799FF23-122D-44A2-854E-93135B59E75E}" dt="2026-07-24T15:18:11.629" v="579" actId="1036"/>
          <ac:spMkLst>
            <pc:docMk/>
            <pc:sldMk cId="312898555" sldId="259"/>
            <ac:spMk id="22" creationId="{A9664338-DE3A-490B-BE9F-82553B828352}"/>
          </ac:spMkLst>
        </pc:spChg>
        <pc:spChg chg="mod">
          <ac:chgData name="Chee Kinston" userId="798c8083d06f756a" providerId="LiveId" clId="{7799FF23-122D-44A2-854E-93135B59E75E}" dt="2026-07-24T15:18:25.486" v="580" actId="20577"/>
          <ac:spMkLst>
            <pc:docMk/>
            <pc:sldMk cId="312898555" sldId="259"/>
            <ac:spMk id="26" creationId="{F0F88558-A984-49DF-8815-1CCE3461D38E}"/>
          </ac:spMkLst>
        </pc:spChg>
        <pc:spChg chg="del">
          <ac:chgData name="Chee Kinston" userId="798c8083d06f756a" providerId="LiveId" clId="{7799FF23-122D-44A2-854E-93135B59E75E}" dt="2026-07-24T15:17:36.935" v="562" actId="478"/>
          <ac:spMkLst>
            <pc:docMk/>
            <pc:sldMk cId="312898555" sldId="259"/>
            <ac:spMk id="28" creationId="{9F6FE8A3-B256-4BEF-A54E-87F31E78B245}"/>
          </ac:spMkLst>
        </pc:spChg>
        <pc:spChg chg="del mod">
          <ac:chgData name="Chee Kinston" userId="798c8083d06f756a" providerId="LiveId" clId="{7799FF23-122D-44A2-854E-93135B59E75E}" dt="2026-07-24T15:17:38.282" v="563" actId="478"/>
          <ac:spMkLst>
            <pc:docMk/>
            <pc:sldMk cId="312898555" sldId="259"/>
            <ac:spMk id="29" creationId="{ECF781FB-AB6D-410C-91BD-E2988CB128BA}"/>
          </ac:spMkLst>
        </pc:spChg>
      </pc:sldChg>
      <pc:sldChg chg="delSp modSp mod">
        <pc:chgData name="Chee Kinston" userId="798c8083d06f756a" providerId="LiveId" clId="{7799FF23-122D-44A2-854E-93135B59E75E}" dt="2026-07-24T15:22:42.970" v="658" actId="20577"/>
        <pc:sldMkLst>
          <pc:docMk/>
          <pc:sldMk cId="289773337" sldId="260"/>
        </pc:sldMkLst>
        <pc:spChg chg="mod">
          <ac:chgData name="Chee Kinston" userId="798c8083d06f756a" providerId="LiveId" clId="{7799FF23-122D-44A2-854E-93135B59E75E}" dt="2026-07-24T15:18:50.161" v="582" actId="20577"/>
          <ac:spMkLst>
            <pc:docMk/>
            <pc:sldMk cId="289773337" sldId="260"/>
            <ac:spMk id="6" creationId="{718781EF-A4BF-41BA-B3A5-912BF23C40DF}"/>
          </ac:spMkLst>
        </pc:spChg>
        <pc:spChg chg="mod">
          <ac:chgData name="Chee Kinston" userId="798c8083d06f756a" providerId="LiveId" clId="{7799FF23-122D-44A2-854E-93135B59E75E}" dt="2026-07-24T15:18:59.549" v="583" actId="1076"/>
          <ac:spMkLst>
            <pc:docMk/>
            <pc:sldMk cId="289773337" sldId="260"/>
            <ac:spMk id="9" creationId="{63C0EEE3-CEF0-406D-985F-0205BBF71330}"/>
          </ac:spMkLst>
        </pc:spChg>
        <pc:spChg chg="mod">
          <ac:chgData name="Chee Kinston" userId="798c8083d06f756a" providerId="LiveId" clId="{7799FF23-122D-44A2-854E-93135B59E75E}" dt="2026-07-24T15:19:20.780" v="589" actId="1076"/>
          <ac:spMkLst>
            <pc:docMk/>
            <pc:sldMk cId="289773337" sldId="260"/>
            <ac:spMk id="10" creationId="{39A97F53-3B19-468A-9B0E-A88E8E97AF2A}"/>
          </ac:spMkLst>
        </pc:spChg>
        <pc:spChg chg="mod">
          <ac:chgData name="Chee Kinston" userId="798c8083d06f756a" providerId="LiveId" clId="{7799FF23-122D-44A2-854E-93135B59E75E}" dt="2026-07-24T15:19:03.850" v="584" actId="1076"/>
          <ac:spMkLst>
            <pc:docMk/>
            <pc:sldMk cId="289773337" sldId="260"/>
            <ac:spMk id="12" creationId="{8DB5FA5C-4A1F-4AFE-AFA1-931E9554D837}"/>
          </ac:spMkLst>
        </pc:spChg>
        <pc:spChg chg="mod">
          <ac:chgData name="Chee Kinston" userId="798c8083d06f756a" providerId="LiveId" clId="{7799FF23-122D-44A2-854E-93135B59E75E}" dt="2026-07-24T15:19:31.730" v="594" actId="1035"/>
          <ac:spMkLst>
            <pc:docMk/>
            <pc:sldMk cId="289773337" sldId="260"/>
            <ac:spMk id="13" creationId="{E497C7DF-E647-4956-9522-569EFE03A209}"/>
          </ac:spMkLst>
        </pc:spChg>
        <pc:spChg chg="mod">
          <ac:chgData name="Chee Kinston" userId="798c8083d06f756a" providerId="LiveId" clId="{7799FF23-122D-44A2-854E-93135B59E75E}" dt="2026-07-24T15:19:07.893" v="586" actId="1076"/>
          <ac:spMkLst>
            <pc:docMk/>
            <pc:sldMk cId="289773337" sldId="260"/>
            <ac:spMk id="14" creationId="{C21847F6-A2B6-46D7-A00A-1FF658F7BDF4}"/>
          </ac:spMkLst>
        </pc:spChg>
        <pc:spChg chg="mod">
          <ac:chgData name="Chee Kinston" userId="798c8083d06f756a" providerId="LiveId" clId="{7799FF23-122D-44A2-854E-93135B59E75E}" dt="2026-07-24T15:19:13.452" v="587" actId="1076"/>
          <ac:spMkLst>
            <pc:docMk/>
            <pc:sldMk cId="289773337" sldId="260"/>
            <ac:spMk id="15" creationId="{AC1040C8-CA08-4973-8C7E-15EB5848D375}"/>
          </ac:spMkLst>
        </pc:spChg>
        <pc:spChg chg="mod">
          <ac:chgData name="Chee Kinston" userId="798c8083d06f756a" providerId="LiveId" clId="{7799FF23-122D-44A2-854E-93135B59E75E}" dt="2026-07-24T15:19:34.202" v="597" actId="1035"/>
          <ac:spMkLst>
            <pc:docMk/>
            <pc:sldMk cId="289773337" sldId="260"/>
            <ac:spMk id="16" creationId="{2E1C7B64-CAA0-4858-92A5-7563C2DFCC14}"/>
          </ac:spMkLst>
        </pc:spChg>
        <pc:spChg chg="mod">
          <ac:chgData name="Chee Kinston" userId="798c8083d06f756a" providerId="LiveId" clId="{7799FF23-122D-44A2-854E-93135B59E75E}" dt="2026-07-24T15:22:42.970" v="658" actId="20577"/>
          <ac:spMkLst>
            <pc:docMk/>
            <pc:sldMk cId="289773337" sldId="260"/>
            <ac:spMk id="17" creationId="{E27E70AA-A068-4F96-A3E8-1961C1814E1E}"/>
          </ac:spMkLst>
        </pc:spChg>
        <pc:spChg chg="del">
          <ac:chgData name="Chee Kinston" userId="798c8083d06f756a" providerId="LiveId" clId="{7799FF23-122D-44A2-854E-93135B59E75E}" dt="2026-07-24T15:19:47.142" v="601" actId="478"/>
          <ac:spMkLst>
            <pc:docMk/>
            <pc:sldMk cId="289773337" sldId="260"/>
            <ac:spMk id="18" creationId="{D1A6630C-D9CB-453F-9AAA-215AC7A8CC14}"/>
          </ac:spMkLst>
        </pc:spChg>
        <pc:spChg chg="del">
          <ac:chgData name="Chee Kinston" userId="798c8083d06f756a" providerId="LiveId" clId="{7799FF23-122D-44A2-854E-93135B59E75E}" dt="2026-07-24T15:19:48.260" v="602" actId="478"/>
          <ac:spMkLst>
            <pc:docMk/>
            <pc:sldMk cId="289773337" sldId="260"/>
            <ac:spMk id="20" creationId="{AF5E925A-E2D4-4EC4-A4A6-2DEC9F0B0390}"/>
          </ac:spMkLst>
        </pc:spChg>
        <pc:spChg chg="del">
          <ac:chgData name="Chee Kinston" userId="798c8083d06f756a" providerId="LiveId" clId="{7799FF23-122D-44A2-854E-93135B59E75E}" dt="2026-07-24T15:19:39.748" v="598" actId="478"/>
          <ac:spMkLst>
            <pc:docMk/>
            <pc:sldMk cId="289773337" sldId="260"/>
            <ac:spMk id="23" creationId="{B96CCFB2-6B17-4FC2-96AA-87A630F16E45}"/>
          </ac:spMkLst>
        </pc:spChg>
        <pc:spChg chg="mod">
          <ac:chgData name="Chee Kinston" userId="798c8083d06f756a" providerId="LiveId" clId="{7799FF23-122D-44A2-854E-93135B59E75E}" dt="2026-07-24T15:19:43.087" v="600" actId="6549"/>
          <ac:spMkLst>
            <pc:docMk/>
            <pc:sldMk cId="289773337" sldId="260"/>
            <ac:spMk id="24" creationId="{D0F7F707-5891-49F0-9C8F-96FCB0C7386E}"/>
          </ac:spMkLst>
        </pc:spChg>
      </pc:sldChg>
      <pc:sldChg chg="delSp modSp mod">
        <pc:chgData name="Chee Kinston" userId="798c8083d06f756a" providerId="LiveId" clId="{7799FF23-122D-44A2-854E-93135B59E75E}" dt="2026-07-24T15:22:37.264" v="654" actId="20577"/>
        <pc:sldMkLst>
          <pc:docMk/>
          <pc:sldMk cId="1046881914" sldId="261"/>
        </pc:sldMkLst>
        <pc:spChg chg="mod">
          <ac:chgData name="Chee Kinston" userId="798c8083d06f756a" providerId="LiveId" clId="{7799FF23-122D-44A2-854E-93135B59E75E}" dt="2026-07-24T15:20:05.676" v="605" actId="20577"/>
          <ac:spMkLst>
            <pc:docMk/>
            <pc:sldMk cId="1046881914" sldId="261"/>
            <ac:spMk id="2" creationId="{BE372C61-4B3A-4585-97D5-2AC925E27B73}"/>
          </ac:spMkLst>
        </pc:spChg>
        <pc:spChg chg="mod">
          <ac:chgData name="Chee Kinston" userId="798c8083d06f756a" providerId="LiveId" clId="{7799FF23-122D-44A2-854E-93135B59E75E}" dt="2026-07-24T15:20:10.343" v="607" actId="20577"/>
          <ac:spMkLst>
            <pc:docMk/>
            <pc:sldMk cId="1046881914" sldId="261"/>
            <ac:spMk id="6" creationId="{6CD1DD00-5112-40CD-8D85-728C92829C24}"/>
          </ac:spMkLst>
        </pc:spChg>
        <pc:spChg chg="mod">
          <ac:chgData name="Chee Kinston" userId="798c8083d06f756a" providerId="LiveId" clId="{7799FF23-122D-44A2-854E-93135B59E75E}" dt="2026-07-24T15:20:14.321" v="608" actId="1076"/>
          <ac:spMkLst>
            <pc:docMk/>
            <pc:sldMk cId="1046881914" sldId="261"/>
            <ac:spMk id="9" creationId="{202E4D39-5460-48FD-8705-E8A5A74B549E}"/>
          </ac:spMkLst>
        </pc:spChg>
        <pc:spChg chg="mod">
          <ac:chgData name="Chee Kinston" userId="798c8083d06f756a" providerId="LiveId" clId="{7799FF23-122D-44A2-854E-93135B59E75E}" dt="2026-07-24T15:20:17.113" v="610" actId="1076"/>
          <ac:spMkLst>
            <pc:docMk/>
            <pc:sldMk cId="1046881914" sldId="261"/>
            <ac:spMk id="11" creationId="{AFDD63CF-39AF-41AE-A29D-5E5D9D048FDA}"/>
          </ac:spMkLst>
        </pc:spChg>
        <pc:spChg chg="mod">
          <ac:chgData name="Chee Kinston" userId="798c8083d06f756a" providerId="LiveId" clId="{7799FF23-122D-44A2-854E-93135B59E75E}" dt="2026-07-24T15:20:22.402" v="611" actId="1076"/>
          <ac:spMkLst>
            <pc:docMk/>
            <pc:sldMk cId="1046881914" sldId="261"/>
            <ac:spMk id="12" creationId="{8263EBDE-FF54-407B-95F6-1E62BD66F29E}"/>
          </ac:spMkLst>
        </pc:spChg>
        <pc:spChg chg="mod">
          <ac:chgData name="Chee Kinston" userId="798c8083d06f756a" providerId="LiveId" clId="{7799FF23-122D-44A2-854E-93135B59E75E}" dt="2026-07-24T15:20:25.829" v="612" actId="1076"/>
          <ac:spMkLst>
            <pc:docMk/>
            <pc:sldMk cId="1046881914" sldId="261"/>
            <ac:spMk id="15" creationId="{5275A59C-4EF6-4B9F-8686-FA0A1C819AC1}"/>
          </ac:spMkLst>
        </pc:spChg>
        <pc:spChg chg="mod">
          <ac:chgData name="Chee Kinston" userId="798c8083d06f756a" providerId="LiveId" clId="{7799FF23-122D-44A2-854E-93135B59E75E}" dt="2026-07-24T15:22:37.264" v="654" actId="20577"/>
          <ac:spMkLst>
            <pc:docMk/>
            <pc:sldMk cId="1046881914" sldId="261"/>
            <ac:spMk id="17" creationId="{6C9F9E16-BCC9-4DAC-B5F7-5B02B88A1317}"/>
          </ac:spMkLst>
        </pc:spChg>
        <pc:spChg chg="del">
          <ac:chgData name="Chee Kinston" userId="798c8083d06f756a" providerId="LiveId" clId="{7799FF23-122D-44A2-854E-93135B59E75E}" dt="2026-07-24T15:20:41.744" v="617" actId="478"/>
          <ac:spMkLst>
            <pc:docMk/>
            <pc:sldMk cId="1046881914" sldId="261"/>
            <ac:spMk id="18" creationId="{9D802987-BB44-4B08-BDAE-623C74E18611}"/>
          </ac:spMkLst>
        </pc:spChg>
        <pc:spChg chg="mod">
          <ac:chgData name="Chee Kinston" userId="798c8083d06f756a" providerId="LiveId" clId="{7799FF23-122D-44A2-854E-93135B59E75E}" dt="2026-07-24T15:20:39.859" v="616" actId="6549"/>
          <ac:spMkLst>
            <pc:docMk/>
            <pc:sldMk cId="1046881914" sldId="261"/>
            <ac:spMk id="19" creationId="{D9810927-E8B2-4A0B-8431-0886CA3DFDFB}"/>
          </ac:spMkLst>
        </pc:spChg>
        <pc:spChg chg="del">
          <ac:chgData name="Chee Kinston" userId="798c8083d06f756a" providerId="LiveId" clId="{7799FF23-122D-44A2-854E-93135B59E75E}" dt="2026-07-24T15:20:42.634" v="618" actId="478"/>
          <ac:spMkLst>
            <pc:docMk/>
            <pc:sldMk cId="1046881914" sldId="261"/>
            <ac:spMk id="20" creationId="{42760794-85A2-4229-8162-B39EF9E9BFF0}"/>
          </ac:spMkLst>
        </pc:spChg>
        <pc:spChg chg="del">
          <ac:chgData name="Chee Kinston" userId="798c8083d06f756a" providerId="LiveId" clId="{7799FF23-122D-44A2-854E-93135B59E75E}" dt="2026-07-24T15:20:31.249" v="615" actId="478"/>
          <ac:spMkLst>
            <pc:docMk/>
            <pc:sldMk cId="1046881914" sldId="261"/>
            <ac:spMk id="23" creationId="{C5B5CA1F-CD44-4BCB-A96F-2127E98285F7}"/>
          </ac:spMkLst>
        </pc:spChg>
        <pc:spChg chg="del mod">
          <ac:chgData name="Chee Kinston" userId="798c8083d06f756a" providerId="LiveId" clId="{7799FF23-122D-44A2-854E-93135B59E75E}" dt="2026-07-24T15:20:30.539" v="614" actId="478"/>
          <ac:spMkLst>
            <pc:docMk/>
            <pc:sldMk cId="1046881914" sldId="261"/>
            <ac:spMk id="24" creationId="{6665FCA7-C2E5-45AA-AE85-293FB551F349}"/>
          </ac:spMkLst>
        </pc:spChg>
      </pc:sldChg>
      <pc:sldChg chg="delSp modSp mod">
        <pc:chgData name="Chee Kinston" userId="798c8083d06f756a" providerId="LiveId" clId="{7799FF23-122D-44A2-854E-93135B59E75E}" dt="2026-07-24T15:22:28.821" v="650" actId="20577"/>
        <pc:sldMkLst>
          <pc:docMk/>
          <pc:sldMk cId="13007711" sldId="262"/>
        </pc:sldMkLst>
        <pc:spChg chg="mod">
          <ac:chgData name="Chee Kinston" userId="798c8083d06f756a" providerId="LiveId" clId="{7799FF23-122D-44A2-854E-93135B59E75E}" dt="2026-07-24T15:20:52.367" v="620" actId="20577"/>
          <ac:spMkLst>
            <pc:docMk/>
            <pc:sldMk cId="13007711" sldId="262"/>
            <ac:spMk id="6" creationId="{A02CA530-0BBA-4068-9D25-5F454A434A5B}"/>
          </ac:spMkLst>
        </pc:spChg>
        <pc:spChg chg="mod">
          <ac:chgData name="Chee Kinston" userId="798c8083d06f756a" providerId="LiveId" clId="{7799FF23-122D-44A2-854E-93135B59E75E}" dt="2026-07-24T15:20:58.163" v="622" actId="1076"/>
          <ac:spMkLst>
            <pc:docMk/>
            <pc:sldMk cId="13007711" sldId="262"/>
            <ac:spMk id="8" creationId="{FD4C3A4E-B53F-4A16-BD89-11DFA96655F8}"/>
          </ac:spMkLst>
        </pc:spChg>
        <pc:spChg chg="mod">
          <ac:chgData name="Chee Kinston" userId="798c8083d06f756a" providerId="LiveId" clId="{7799FF23-122D-44A2-854E-93135B59E75E}" dt="2026-07-24T15:21:01.588" v="623" actId="1076"/>
          <ac:spMkLst>
            <pc:docMk/>
            <pc:sldMk cId="13007711" sldId="262"/>
            <ac:spMk id="9" creationId="{52F3D84D-7689-4C20-9240-EDB5768156A0}"/>
          </ac:spMkLst>
        </pc:spChg>
        <pc:spChg chg="mod">
          <ac:chgData name="Chee Kinston" userId="798c8083d06f756a" providerId="LiveId" clId="{7799FF23-122D-44A2-854E-93135B59E75E}" dt="2026-07-24T15:21:05.262" v="624" actId="1076"/>
          <ac:spMkLst>
            <pc:docMk/>
            <pc:sldMk cId="13007711" sldId="262"/>
            <ac:spMk id="12" creationId="{6BC3E6E1-B2FB-4273-8DE0-ED5AEA14ACFB}"/>
          </ac:spMkLst>
        </pc:spChg>
        <pc:spChg chg="mod">
          <ac:chgData name="Chee Kinston" userId="798c8083d06f756a" providerId="LiveId" clId="{7799FF23-122D-44A2-854E-93135B59E75E}" dt="2026-07-24T15:21:12.749" v="626" actId="1076"/>
          <ac:spMkLst>
            <pc:docMk/>
            <pc:sldMk cId="13007711" sldId="262"/>
            <ac:spMk id="15" creationId="{53E4FB07-ACF1-4F7A-B13A-39D35C464475}"/>
          </ac:spMkLst>
        </pc:spChg>
        <pc:spChg chg="mod">
          <ac:chgData name="Chee Kinston" userId="798c8083d06f756a" providerId="LiveId" clId="{7799FF23-122D-44A2-854E-93135B59E75E}" dt="2026-07-24T15:22:28.821" v="650" actId="20577"/>
          <ac:spMkLst>
            <pc:docMk/>
            <pc:sldMk cId="13007711" sldId="262"/>
            <ac:spMk id="17" creationId="{3030037C-74B5-4073-B278-956F2F3F8663}"/>
          </ac:spMkLst>
        </pc:spChg>
        <pc:spChg chg="del">
          <ac:chgData name="Chee Kinston" userId="798c8083d06f756a" providerId="LiveId" clId="{7799FF23-122D-44A2-854E-93135B59E75E}" dt="2026-07-24T15:21:21.316" v="627" actId="478"/>
          <ac:spMkLst>
            <pc:docMk/>
            <pc:sldMk cId="13007711" sldId="262"/>
            <ac:spMk id="18" creationId="{F4B92022-5465-49B2-A545-15F34AD26419}"/>
          </ac:spMkLst>
        </pc:spChg>
        <pc:spChg chg="del">
          <ac:chgData name="Chee Kinston" userId="798c8083d06f756a" providerId="LiveId" clId="{7799FF23-122D-44A2-854E-93135B59E75E}" dt="2026-07-24T15:21:27.280" v="629" actId="478"/>
          <ac:spMkLst>
            <pc:docMk/>
            <pc:sldMk cId="13007711" sldId="262"/>
            <ac:spMk id="20" creationId="{9B7C6261-3694-4780-BF92-CC5B227E1ADA}"/>
          </ac:spMkLst>
        </pc:spChg>
        <pc:spChg chg="mod">
          <ac:chgData name="Chee Kinston" userId="798c8083d06f756a" providerId="LiveId" clId="{7799FF23-122D-44A2-854E-93135B59E75E}" dt="2026-07-24T15:21:24.850" v="628" actId="6549"/>
          <ac:spMkLst>
            <pc:docMk/>
            <pc:sldMk cId="13007711" sldId="262"/>
            <ac:spMk id="21" creationId="{6BB481D9-B97D-43A0-AB0B-387D703C2BB8}"/>
          </ac:spMkLst>
        </pc:spChg>
        <pc:spChg chg="del">
          <ac:chgData name="Chee Kinston" userId="798c8083d06f756a" providerId="LiveId" clId="{7799FF23-122D-44A2-854E-93135B59E75E}" dt="2026-07-24T15:21:28.008" v="630" actId="478"/>
          <ac:spMkLst>
            <pc:docMk/>
            <pc:sldMk cId="13007711" sldId="262"/>
            <ac:spMk id="23" creationId="{39735281-68CA-4FA5-B262-674E3A53CA0E}"/>
          </ac:spMkLst>
        </pc:spChg>
        <pc:spChg chg="mod">
          <ac:chgData name="Chee Kinston" userId="798c8083d06f756a" providerId="LiveId" clId="{7799FF23-122D-44A2-854E-93135B59E75E}" dt="2026-07-24T15:21:30.099" v="631" actId="6549"/>
          <ac:spMkLst>
            <pc:docMk/>
            <pc:sldMk cId="13007711" sldId="262"/>
            <ac:spMk id="24" creationId="{DA7DFE19-3349-4FA3-BD6C-7F28586044F6}"/>
          </ac:spMkLst>
        </pc:spChg>
      </pc:sldChg>
      <pc:sldChg chg="delSp modSp mod">
        <pc:chgData name="Chee Kinston" userId="798c8083d06f756a" providerId="LiveId" clId="{7799FF23-122D-44A2-854E-93135B59E75E}" dt="2026-07-24T15:22:50.986" v="659" actId="478"/>
        <pc:sldMkLst>
          <pc:docMk/>
          <pc:sldMk cId="1290120931" sldId="263"/>
        </pc:sldMkLst>
        <pc:spChg chg="mod">
          <ac:chgData name="Chee Kinston" userId="798c8083d06f756a" providerId="LiveId" clId="{7799FF23-122D-44A2-854E-93135B59E75E}" dt="2026-07-24T15:21:40.048" v="633" actId="20577"/>
          <ac:spMkLst>
            <pc:docMk/>
            <pc:sldMk cId="1290120931" sldId="263"/>
            <ac:spMk id="6" creationId="{3B8727A9-BB2D-4AA7-8E78-B05476562455}"/>
          </ac:spMkLst>
        </pc:spChg>
        <pc:spChg chg="mod">
          <ac:chgData name="Chee Kinston" userId="798c8083d06f756a" providerId="LiveId" clId="{7799FF23-122D-44A2-854E-93135B59E75E}" dt="2026-07-24T15:21:43.993" v="634" actId="1076"/>
          <ac:spMkLst>
            <pc:docMk/>
            <pc:sldMk cId="1290120931" sldId="263"/>
            <ac:spMk id="9" creationId="{B992A1B1-EC5B-416A-82AA-A703F9BB2CC8}"/>
          </ac:spMkLst>
        </pc:spChg>
        <pc:spChg chg="mod">
          <ac:chgData name="Chee Kinston" userId="798c8083d06f756a" providerId="LiveId" clId="{7799FF23-122D-44A2-854E-93135B59E75E}" dt="2026-07-24T15:21:46.819" v="635" actId="1076"/>
          <ac:spMkLst>
            <pc:docMk/>
            <pc:sldMk cId="1290120931" sldId="263"/>
            <ac:spMk id="12" creationId="{8D2F7B5C-C417-4B53-9984-0F067FFF85ED}"/>
          </ac:spMkLst>
        </pc:spChg>
        <pc:spChg chg="mod">
          <ac:chgData name="Chee Kinston" userId="798c8083d06f756a" providerId="LiveId" clId="{7799FF23-122D-44A2-854E-93135B59E75E}" dt="2026-07-24T15:21:54.917" v="638" actId="1076"/>
          <ac:spMkLst>
            <pc:docMk/>
            <pc:sldMk cId="1290120931" sldId="263"/>
            <ac:spMk id="14" creationId="{5571CC52-5FB3-4702-8181-7316E9B78523}"/>
          </ac:spMkLst>
        </pc:spChg>
        <pc:spChg chg="mod">
          <ac:chgData name="Chee Kinston" userId="798c8083d06f756a" providerId="LiveId" clId="{7799FF23-122D-44A2-854E-93135B59E75E}" dt="2026-07-24T15:21:57.190" v="639" actId="1076"/>
          <ac:spMkLst>
            <pc:docMk/>
            <pc:sldMk cId="1290120931" sldId="263"/>
            <ac:spMk id="15" creationId="{118890EA-A406-4C11-AB4C-C51B59B03483}"/>
          </ac:spMkLst>
        </pc:spChg>
        <pc:spChg chg="mod">
          <ac:chgData name="Chee Kinston" userId="798c8083d06f756a" providerId="LiveId" clId="{7799FF23-122D-44A2-854E-93135B59E75E}" dt="2026-07-24T15:22:21.810" v="647" actId="255"/>
          <ac:spMkLst>
            <pc:docMk/>
            <pc:sldMk cId="1290120931" sldId="263"/>
            <ac:spMk id="17" creationId="{961090E9-0146-42CA-8E6F-BEA1E2D9E478}"/>
          </ac:spMkLst>
        </pc:spChg>
        <pc:spChg chg="del">
          <ac:chgData name="Chee Kinston" userId="798c8083d06f756a" providerId="LiveId" clId="{7799FF23-122D-44A2-854E-93135B59E75E}" dt="2026-07-24T15:22:50.986" v="659" actId="478"/>
          <ac:spMkLst>
            <pc:docMk/>
            <pc:sldMk cId="1290120931" sldId="263"/>
            <ac:spMk id="18" creationId="{5B0086FF-FEF2-47BD-8CC7-D81E6EAE5397}"/>
          </ac:spMkLst>
        </pc:spChg>
        <pc:spChg chg="del">
          <ac:chgData name="Chee Kinston" userId="798c8083d06f756a" providerId="LiveId" clId="{7799FF23-122D-44A2-854E-93135B59E75E}" dt="2026-07-24T15:21:59.069" v="640" actId="478"/>
          <ac:spMkLst>
            <pc:docMk/>
            <pc:sldMk cId="1290120931" sldId="263"/>
            <ac:spMk id="21" creationId="{870B951D-0A9B-4A3C-8093-1ED639300304}"/>
          </ac:spMkLst>
        </pc:spChg>
        <pc:spChg chg="mod">
          <ac:chgData name="Chee Kinston" userId="798c8083d06f756a" providerId="LiveId" clId="{7799FF23-122D-44A2-854E-93135B59E75E}" dt="2026-07-24T15:22:01.886" v="642" actId="6549"/>
          <ac:spMkLst>
            <pc:docMk/>
            <pc:sldMk cId="1290120931" sldId="263"/>
            <ac:spMk id="22" creationId="{6F30DFA5-3FD9-44A3-B51E-0B5132EBB715}"/>
          </ac:spMkLst>
        </pc:spChg>
      </pc:sldChg>
      <pc:sldChg chg="modSp mod">
        <pc:chgData name="Chee Kinston" userId="798c8083d06f756a" providerId="LiveId" clId="{7799FF23-122D-44A2-854E-93135B59E75E}" dt="2026-07-24T15:23:33.706" v="671" actId="1076"/>
        <pc:sldMkLst>
          <pc:docMk/>
          <pc:sldMk cId="1456691509" sldId="264"/>
        </pc:sldMkLst>
        <pc:spChg chg="mod">
          <ac:chgData name="Chee Kinston" userId="798c8083d06f756a" providerId="LiveId" clId="{7799FF23-122D-44A2-854E-93135B59E75E}" dt="2026-07-24T15:23:10.620" v="667" actId="20577"/>
          <ac:spMkLst>
            <pc:docMk/>
            <pc:sldMk cId="1456691509" sldId="264"/>
            <ac:spMk id="6" creationId="{53F06E33-9769-418A-8685-3CA1B138E73A}"/>
          </ac:spMkLst>
        </pc:spChg>
        <pc:spChg chg="mod">
          <ac:chgData name="Chee Kinston" userId="798c8083d06f756a" providerId="LiveId" clId="{7799FF23-122D-44A2-854E-93135B59E75E}" dt="2026-07-24T15:23:21.412" v="668" actId="1076"/>
          <ac:spMkLst>
            <pc:docMk/>
            <pc:sldMk cId="1456691509" sldId="264"/>
            <ac:spMk id="9" creationId="{F3EF877C-225E-46B6-834A-AC75E9A329F3}"/>
          </ac:spMkLst>
        </pc:spChg>
        <pc:spChg chg="mod">
          <ac:chgData name="Chee Kinston" userId="798c8083d06f756a" providerId="LiveId" clId="{7799FF23-122D-44A2-854E-93135B59E75E}" dt="2026-07-24T15:23:33.706" v="671" actId="1076"/>
          <ac:spMkLst>
            <pc:docMk/>
            <pc:sldMk cId="1456691509" sldId="264"/>
            <ac:spMk id="10" creationId="{8373B48C-F7DD-401D-8A0C-BE9FCC5263D1}"/>
          </ac:spMkLst>
        </pc:spChg>
        <pc:spChg chg="mod">
          <ac:chgData name="Chee Kinston" userId="798c8083d06f756a" providerId="LiveId" clId="{7799FF23-122D-44A2-854E-93135B59E75E}" dt="2026-07-24T15:23:26.668" v="669" actId="1076"/>
          <ac:spMkLst>
            <pc:docMk/>
            <pc:sldMk cId="1456691509" sldId="264"/>
            <ac:spMk id="12" creationId="{336CD2CD-FBA4-40A3-BE6D-6BF7159E2287}"/>
          </ac:spMkLst>
        </pc:spChg>
        <pc:spChg chg="mod">
          <ac:chgData name="Chee Kinston" userId="798c8083d06f756a" providerId="LiveId" clId="{7799FF23-122D-44A2-854E-93135B59E75E}" dt="2026-07-24T15:23:28.814" v="670" actId="1076"/>
          <ac:spMkLst>
            <pc:docMk/>
            <pc:sldMk cId="1456691509" sldId="264"/>
            <ac:spMk id="15" creationId="{251B42B5-CEDD-4818-B4F3-DD3ECBCAD284}"/>
          </ac:spMkLst>
        </pc:spChg>
        <pc:spChg chg="mod">
          <ac:chgData name="Chee Kinston" userId="798c8083d06f756a" providerId="LiveId" clId="{7799FF23-122D-44A2-854E-93135B59E75E}" dt="2026-07-24T15:23:04.376" v="665" actId="20577"/>
          <ac:spMkLst>
            <pc:docMk/>
            <pc:sldMk cId="1456691509" sldId="264"/>
            <ac:spMk id="17" creationId="{6B9512FF-A20E-4822-B177-82A4EADDEAA7}"/>
          </ac:spMkLst>
        </pc:spChg>
      </pc:sldChg>
      <pc:sldChg chg="delSp modSp mod">
        <pc:chgData name="Chee Kinston" userId="798c8083d06f756a" providerId="LiveId" clId="{7799FF23-122D-44A2-854E-93135B59E75E}" dt="2026-07-24T15:27:02.872" v="705" actId="20577"/>
        <pc:sldMkLst>
          <pc:docMk/>
          <pc:sldMk cId="482517005" sldId="265"/>
        </pc:sldMkLst>
        <pc:spChg chg="mod">
          <ac:chgData name="Chee Kinston" userId="798c8083d06f756a" providerId="LiveId" clId="{7799FF23-122D-44A2-854E-93135B59E75E}" dt="2026-07-24T15:26:17.600" v="690" actId="20577"/>
          <ac:spMkLst>
            <pc:docMk/>
            <pc:sldMk cId="482517005" sldId="265"/>
            <ac:spMk id="2" creationId="{21A6C520-47DA-4E9C-860B-2B009A1C693D}"/>
          </ac:spMkLst>
        </pc:spChg>
        <pc:spChg chg="mod">
          <ac:chgData name="Chee Kinston" userId="798c8083d06f756a" providerId="LiveId" clId="{7799FF23-122D-44A2-854E-93135B59E75E}" dt="2026-07-24T15:26:54.633" v="703" actId="1035"/>
          <ac:spMkLst>
            <pc:docMk/>
            <pc:sldMk cId="482517005" sldId="265"/>
            <ac:spMk id="9" creationId="{AC676619-3547-46A7-953A-6863E8D3D0F7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0" creationId="{4E1D5C1D-92EE-4F17-A93A-866FA982EF26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1" creationId="{A77EDD3B-30AB-4EE5-B61A-A6B2310BA001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2" creationId="{AEDD9DC0-DC4E-4DAD-B423-B7CE9253C4E5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3" creationId="{8F7DCF5F-4CC3-484C-AABE-CF0AC5986B39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4" creationId="{2D078C4C-264F-40A4-B5F2-EE920E5562D3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5" creationId="{36D0623B-8491-4A50-9334-575076D6A978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6" creationId="{914FAA77-515D-4D33-9C96-0133BF994AB4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7" creationId="{4ACEB59C-5B99-4D97-8607-4E2D68D3A647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8" creationId="{3441339B-3C0C-4DDC-B61E-080510993527}"/>
          </ac:spMkLst>
        </pc:spChg>
        <pc:spChg chg="mod">
          <ac:chgData name="Chee Kinston" userId="798c8083d06f756a" providerId="LiveId" clId="{7799FF23-122D-44A2-854E-93135B59E75E}" dt="2026-07-24T15:26:47.694" v="697" actId="1035"/>
          <ac:spMkLst>
            <pc:docMk/>
            <pc:sldMk cId="482517005" sldId="265"/>
            <ac:spMk id="19" creationId="{2AE6EA81-3A9D-4A66-95A9-B8DCBB04BA74}"/>
          </ac:spMkLst>
        </pc:spChg>
        <pc:spChg chg="mod">
          <ac:chgData name="Chee Kinston" userId="798c8083d06f756a" providerId="LiveId" clId="{7799FF23-122D-44A2-854E-93135B59E75E}" dt="2026-07-24T15:27:02.872" v="705" actId="20577"/>
          <ac:spMkLst>
            <pc:docMk/>
            <pc:sldMk cId="482517005" sldId="265"/>
            <ac:spMk id="20" creationId="{5A472494-4480-48D5-97E1-B5CD3C945B5E}"/>
          </ac:spMkLst>
        </pc:spChg>
        <pc:spChg chg="del">
          <ac:chgData name="Chee Kinston" userId="798c8083d06f756a" providerId="LiveId" clId="{7799FF23-122D-44A2-854E-93135B59E75E}" dt="2026-07-24T15:25:47.340" v="683" actId="478"/>
          <ac:spMkLst>
            <pc:docMk/>
            <pc:sldMk cId="482517005" sldId="265"/>
            <ac:spMk id="22" creationId="{D8FAE4A8-4A5F-473C-8E69-BA9C85463F4D}"/>
          </ac:spMkLst>
        </pc:spChg>
        <pc:spChg chg="del mod">
          <ac:chgData name="Chee Kinston" userId="798c8083d06f756a" providerId="LiveId" clId="{7799FF23-122D-44A2-854E-93135B59E75E}" dt="2026-07-24T15:25:46.761" v="682" actId="478"/>
          <ac:spMkLst>
            <pc:docMk/>
            <pc:sldMk cId="482517005" sldId="265"/>
            <ac:spMk id="23" creationId="{E4B55767-A869-41FF-B4F5-DE5E5D737E77}"/>
          </ac:spMkLst>
        </pc:spChg>
      </pc:sldChg>
      <pc:sldChg chg="delSp modSp mod">
        <pc:chgData name="Chee Kinston" userId="798c8083d06f756a" providerId="LiveId" clId="{7799FF23-122D-44A2-854E-93135B59E75E}" dt="2026-07-24T15:34:23.768" v="865" actId="478"/>
        <pc:sldMkLst>
          <pc:docMk/>
          <pc:sldMk cId="81499549" sldId="266"/>
        </pc:sldMkLst>
        <pc:spChg chg="mod">
          <ac:chgData name="Chee Kinston" userId="798c8083d06f756a" providerId="LiveId" clId="{7799FF23-122D-44A2-854E-93135B59E75E}" dt="2026-07-24T15:27:24.201" v="707" actId="20577"/>
          <ac:spMkLst>
            <pc:docMk/>
            <pc:sldMk cId="81499549" sldId="266"/>
            <ac:spMk id="2" creationId="{0AF4F035-32F5-4EB6-A282-E42929578C4F}"/>
          </ac:spMkLst>
        </pc:spChg>
        <pc:spChg chg="mod">
          <ac:chgData name="Chee Kinston" userId="798c8083d06f756a" providerId="LiveId" clId="{7799FF23-122D-44A2-854E-93135B59E75E}" dt="2026-07-24T15:27:30.928" v="709" actId="20577"/>
          <ac:spMkLst>
            <pc:docMk/>
            <pc:sldMk cId="81499549" sldId="266"/>
            <ac:spMk id="6" creationId="{1FFBC0BD-000D-4138-9283-34652B1382C7}"/>
          </ac:spMkLst>
        </pc:spChg>
        <pc:spChg chg="mod">
          <ac:chgData name="Chee Kinston" userId="798c8083d06f756a" providerId="LiveId" clId="{7799FF23-122D-44A2-854E-93135B59E75E}" dt="2026-07-24T15:27:36.978" v="710" actId="1076"/>
          <ac:spMkLst>
            <pc:docMk/>
            <pc:sldMk cId="81499549" sldId="266"/>
            <ac:spMk id="9" creationId="{5A131EBA-5518-4788-8634-B9E2159FEA7F}"/>
          </ac:spMkLst>
        </pc:spChg>
        <pc:spChg chg="mod">
          <ac:chgData name="Chee Kinston" userId="798c8083d06f756a" providerId="LiveId" clId="{7799FF23-122D-44A2-854E-93135B59E75E}" dt="2026-07-24T15:28:06.414" v="720" actId="1035"/>
          <ac:spMkLst>
            <pc:docMk/>
            <pc:sldMk cId="81499549" sldId="266"/>
            <ac:spMk id="10" creationId="{4F9E2FE0-AAC5-48F0-93FE-4F26BCCE19C9}"/>
          </ac:spMkLst>
        </pc:spChg>
        <pc:spChg chg="mod">
          <ac:chgData name="Chee Kinston" userId="798c8083d06f756a" providerId="LiveId" clId="{7799FF23-122D-44A2-854E-93135B59E75E}" dt="2026-07-24T15:27:40.968" v="711" actId="1076"/>
          <ac:spMkLst>
            <pc:docMk/>
            <pc:sldMk cId="81499549" sldId="266"/>
            <ac:spMk id="12" creationId="{F074CE7E-4728-4DBC-BF24-2B1061122716}"/>
          </ac:spMkLst>
        </pc:spChg>
        <pc:spChg chg="mod">
          <ac:chgData name="Chee Kinston" userId="798c8083d06f756a" providerId="LiveId" clId="{7799FF23-122D-44A2-854E-93135B59E75E}" dt="2026-07-24T15:28:06.414" v="720" actId="1035"/>
          <ac:spMkLst>
            <pc:docMk/>
            <pc:sldMk cId="81499549" sldId="266"/>
            <ac:spMk id="13" creationId="{B3534740-FD60-4CC7-B719-CD3BF3F05675}"/>
          </ac:spMkLst>
        </pc:spChg>
        <pc:spChg chg="mod">
          <ac:chgData name="Chee Kinston" userId="798c8083d06f756a" providerId="LiveId" clId="{7799FF23-122D-44A2-854E-93135B59E75E}" dt="2026-07-24T15:27:45.469" v="712" actId="1076"/>
          <ac:spMkLst>
            <pc:docMk/>
            <pc:sldMk cId="81499549" sldId="266"/>
            <ac:spMk id="15" creationId="{FF349016-3357-42FD-B666-D02DAF602DC2}"/>
          </ac:spMkLst>
        </pc:spChg>
        <pc:spChg chg="mod">
          <ac:chgData name="Chee Kinston" userId="798c8083d06f756a" providerId="LiveId" clId="{7799FF23-122D-44A2-854E-93135B59E75E}" dt="2026-07-24T15:28:06.414" v="720" actId="1035"/>
          <ac:spMkLst>
            <pc:docMk/>
            <pc:sldMk cId="81499549" sldId="266"/>
            <ac:spMk id="16" creationId="{5D6F785F-4CFC-47D9-8840-30AE8CB4D0EC}"/>
          </ac:spMkLst>
        </pc:spChg>
        <pc:spChg chg="mod">
          <ac:chgData name="Chee Kinston" userId="798c8083d06f756a" providerId="LiveId" clId="{7799FF23-122D-44A2-854E-93135B59E75E}" dt="2026-07-24T15:28:01.070" v="719" actId="1076"/>
          <ac:spMkLst>
            <pc:docMk/>
            <pc:sldMk cId="81499549" sldId="266"/>
            <ac:spMk id="17" creationId="{D0BA8685-0134-42F7-870C-F43E5838691D}"/>
          </ac:spMkLst>
        </pc:spChg>
        <pc:spChg chg="del">
          <ac:chgData name="Chee Kinston" userId="798c8083d06f756a" providerId="LiveId" clId="{7799FF23-122D-44A2-854E-93135B59E75E}" dt="2026-07-24T15:34:22.997" v="864" actId="478"/>
          <ac:spMkLst>
            <pc:docMk/>
            <pc:sldMk cId="81499549" sldId="266"/>
            <ac:spMk id="18" creationId="{4EA3F081-A4E7-40CF-828B-753C09623A5B}"/>
          </ac:spMkLst>
        </pc:spChg>
        <pc:spChg chg="del mod">
          <ac:chgData name="Chee Kinston" userId="798c8083d06f756a" providerId="LiveId" clId="{7799FF23-122D-44A2-854E-93135B59E75E}" dt="2026-07-24T15:34:22.475" v="863" actId="478"/>
          <ac:spMkLst>
            <pc:docMk/>
            <pc:sldMk cId="81499549" sldId="266"/>
            <ac:spMk id="19" creationId="{76E191CA-87AB-4AB0-B45D-0F706E7EC196}"/>
          </ac:spMkLst>
        </pc:spChg>
        <pc:spChg chg="del">
          <ac:chgData name="Chee Kinston" userId="798c8083d06f756a" providerId="LiveId" clId="{7799FF23-122D-44A2-854E-93135B59E75E}" dt="2026-07-24T15:34:23.768" v="865" actId="478"/>
          <ac:spMkLst>
            <pc:docMk/>
            <pc:sldMk cId="81499549" sldId="266"/>
            <ac:spMk id="20" creationId="{819467B9-B7BF-459D-B270-8D59BB4AA0A5}"/>
          </ac:spMkLst>
        </pc:spChg>
        <pc:spChg chg="del">
          <ac:chgData name="Chee Kinston" userId="798c8083d06f756a" providerId="LiveId" clId="{7799FF23-122D-44A2-854E-93135B59E75E}" dt="2026-07-24T15:27:56.218" v="718" actId="478"/>
          <ac:spMkLst>
            <pc:docMk/>
            <pc:sldMk cId="81499549" sldId="266"/>
            <ac:spMk id="23" creationId="{3EABA1DE-2C77-4A4A-A1BC-7C6D61A74FBF}"/>
          </ac:spMkLst>
        </pc:spChg>
        <pc:spChg chg="del">
          <ac:chgData name="Chee Kinston" userId="798c8083d06f756a" providerId="LiveId" clId="{7799FF23-122D-44A2-854E-93135B59E75E}" dt="2026-07-24T15:27:55.546" v="717" actId="478"/>
          <ac:spMkLst>
            <pc:docMk/>
            <pc:sldMk cId="81499549" sldId="266"/>
            <ac:spMk id="24" creationId="{354950D0-BD27-4617-BEAA-7538607DC1FB}"/>
          </ac:spMkLst>
        </pc:spChg>
      </pc:sldChg>
      <pc:sldChg chg="delSp modSp mod">
        <pc:chgData name="Chee Kinston" userId="798c8083d06f756a" providerId="LiveId" clId="{7799FF23-122D-44A2-854E-93135B59E75E}" dt="2026-07-24T15:29:23.213" v="739" actId="478"/>
        <pc:sldMkLst>
          <pc:docMk/>
          <pc:sldMk cId="166657827" sldId="267"/>
        </pc:sldMkLst>
        <pc:spChg chg="mod">
          <ac:chgData name="Chee Kinston" userId="798c8083d06f756a" providerId="LiveId" clId="{7799FF23-122D-44A2-854E-93135B59E75E}" dt="2026-07-24T15:28:38.608" v="723" actId="20577"/>
          <ac:spMkLst>
            <pc:docMk/>
            <pc:sldMk cId="166657827" sldId="267"/>
            <ac:spMk id="2" creationId="{8F13E55D-572D-4E24-8A42-A382B91F52D0}"/>
          </ac:spMkLst>
        </pc:spChg>
        <pc:spChg chg="mod">
          <ac:chgData name="Chee Kinston" userId="798c8083d06f756a" providerId="LiveId" clId="{7799FF23-122D-44A2-854E-93135B59E75E}" dt="2026-07-24T15:28:42.811" v="725" actId="20577"/>
          <ac:spMkLst>
            <pc:docMk/>
            <pc:sldMk cId="166657827" sldId="267"/>
            <ac:spMk id="6" creationId="{4124D728-D8D8-4573-92B3-39A78236AADF}"/>
          </ac:spMkLst>
        </pc:spChg>
        <pc:spChg chg="mod">
          <ac:chgData name="Chee Kinston" userId="798c8083d06f756a" providerId="LiveId" clId="{7799FF23-122D-44A2-854E-93135B59E75E}" dt="2026-07-24T15:28:46.988" v="726" actId="1076"/>
          <ac:spMkLst>
            <pc:docMk/>
            <pc:sldMk cId="166657827" sldId="267"/>
            <ac:spMk id="9" creationId="{8C3D9F90-E561-4DD4-A44B-80FCC3D06670}"/>
          </ac:spMkLst>
        </pc:spChg>
        <pc:spChg chg="mod">
          <ac:chgData name="Chee Kinston" userId="798c8083d06f756a" providerId="LiveId" clId="{7799FF23-122D-44A2-854E-93135B59E75E}" dt="2026-07-24T15:29:03.712" v="731" actId="1035"/>
          <ac:spMkLst>
            <pc:docMk/>
            <pc:sldMk cId="166657827" sldId="267"/>
            <ac:spMk id="10" creationId="{4CC5572B-627A-4531-B58A-7915B47BC05D}"/>
          </ac:spMkLst>
        </pc:spChg>
        <pc:spChg chg="mod">
          <ac:chgData name="Chee Kinston" userId="798c8083d06f756a" providerId="LiveId" clId="{7799FF23-122D-44A2-854E-93135B59E75E}" dt="2026-07-24T15:28:51.415" v="727" actId="1076"/>
          <ac:spMkLst>
            <pc:docMk/>
            <pc:sldMk cId="166657827" sldId="267"/>
            <ac:spMk id="12" creationId="{49109E0A-FE11-4488-8AA5-2800FB9163BE}"/>
          </ac:spMkLst>
        </pc:spChg>
        <pc:spChg chg="mod">
          <ac:chgData name="Chee Kinston" userId="798c8083d06f756a" providerId="LiveId" clId="{7799FF23-122D-44A2-854E-93135B59E75E}" dt="2026-07-24T15:29:03.712" v="731" actId="1035"/>
          <ac:spMkLst>
            <pc:docMk/>
            <pc:sldMk cId="166657827" sldId="267"/>
            <ac:spMk id="13" creationId="{2A757537-1FD5-4649-B3DC-F872624C8AA2}"/>
          </ac:spMkLst>
        </pc:spChg>
        <pc:spChg chg="mod">
          <ac:chgData name="Chee Kinston" userId="798c8083d06f756a" providerId="LiveId" clId="{7799FF23-122D-44A2-854E-93135B59E75E}" dt="2026-07-24T15:28:54.819" v="729" actId="1076"/>
          <ac:spMkLst>
            <pc:docMk/>
            <pc:sldMk cId="166657827" sldId="267"/>
            <ac:spMk id="14" creationId="{065CC5EA-73C2-4DE2-AEDA-AD5884B660AD}"/>
          </ac:spMkLst>
        </pc:spChg>
        <pc:spChg chg="mod">
          <ac:chgData name="Chee Kinston" userId="798c8083d06f756a" providerId="LiveId" clId="{7799FF23-122D-44A2-854E-93135B59E75E}" dt="2026-07-24T15:28:59.954" v="730" actId="1076"/>
          <ac:spMkLst>
            <pc:docMk/>
            <pc:sldMk cId="166657827" sldId="267"/>
            <ac:spMk id="15" creationId="{183A12CB-B9A8-43E1-BD3C-11466A8C3624}"/>
          </ac:spMkLst>
        </pc:spChg>
        <pc:spChg chg="mod">
          <ac:chgData name="Chee Kinston" userId="798c8083d06f756a" providerId="LiveId" clId="{7799FF23-122D-44A2-854E-93135B59E75E}" dt="2026-07-24T15:29:03.712" v="731" actId="1035"/>
          <ac:spMkLst>
            <pc:docMk/>
            <pc:sldMk cId="166657827" sldId="267"/>
            <ac:spMk id="16" creationId="{D43C0F7D-02E6-44C3-B785-F7F1EEAEEEA3}"/>
          </ac:spMkLst>
        </pc:spChg>
        <pc:spChg chg="mod">
          <ac:chgData name="Chee Kinston" userId="798c8083d06f756a" providerId="LiveId" clId="{7799FF23-122D-44A2-854E-93135B59E75E}" dt="2026-07-24T15:29:18.267" v="736" actId="1076"/>
          <ac:spMkLst>
            <pc:docMk/>
            <pc:sldMk cId="166657827" sldId="267"/>
            <ac:spMk id="17" creationId="{4DF4B361-88C6-4940-BD90-6A95D43FAE94}"/>
          </ac:spMkLst>
        </pc:spChg>
        <pc:spChg chg="del">
          <ac:chgData name="Chee Kinston" userId="798c8083d06f756a" providerId="LiveId" clId="{7799FF23-122D-44A2-854E-93135B59E75E}" dt="2026-07-24T15:29:21.942" v="738" actId="478"/>
          <ac:spMkLst>
            <pc:docMk/>
            <pc:sldMk cId="166657827" sldId="267"/>
            <ac:spMk id="19" creationId="{E990D38D-89F2-4FA1-BEF0-944A29C39CB5}"/>
          </ac:spMkLst>
        </pc:spChg>
        <pc:spChg chg="del mod">
          <ac:chgData name="Chee Kinston" userId="798c8083d06f756a" providerId="LiveId" clId="{7799FF23-122D-44A2-854E-93135B59E75E}" dt="2026-07-24T15:29:23.213" v="739" actId="478"/>
          <ac:spMkLst>
            <pc:docMk/>
            <pc:sldMk cId="166657827" sldId="267"/>
            <ac:spMk id="20" creationId="{A662BBD6-957A-43EF-A56E-F2E35C419B83}"/>
          </ac:spMkLst>
        </pc:spChg>
      </pc:sldChg>
      <pc:sldChg chg="delSp modSp mod">
        <pc:chgData name="Chee Kinston" userId="798c8083d06f756a" providerId="LiveId" clId="{7799FF23-122D-44A2-854E-93135B59E75E}" dt="2026-07-24T15:34:28.132" v="868" actId="478"/>
        <pc:sldMkLst>
          <pc:docMk/>
          <pc:sldMk cId="817608058" sldId="268"/>
        </pc:sldMkLst>
        <pc:spChg chg="mod">
          <ac:chgData name="Chee Kinston" userId="798c8083d06f756a" providerId="LiveId" clId="{7799FF23-122D-44A2-854E-93135B59E75E}" dt="2026-07-24T15:29:29.959" v="741" actId="20577"/>
          <ac:spMkLst>
            <pc:docMk/>
            <pc:sldMk cId="817608058" sldId="268"/>
            <ac:spMk id="6" creationId="{8AD4F815-F4BF-4C71-98DB-F7A704F854BF}"/>
          </ac:spMkLst>
        </pc:spChg>
        <pc:spChg chg="mod">
          <ac:chgData name="Chee Kinston" userId="798c8083d06f756a" providerId="LiveId" clId="{7799FF23-122D-44A2-854E-93135B59E75E}" dt="2026-07-24T15:29:39.634" v="743" actId="1036"/>
          <ac:spMkLst>
            <pc:docMk/>
            <pc:sldMk cId="817608058" sldId="268"/>
            <ac:spMk id="9" creationId="{37916BE9-9AE5-4568-BE2F-DA030EF444C8}"/>
          </ac:spMkLst>
        </pc:spChg>
        <pc:spChg chg="mod">
          <ac:chgData name="Chee Kinston" userId="798c8083d06f756a" providerId="LiveId" clId="{7799FF23-122D-44A2-854E-93135B59E75E}" dt="2026-07-24T15:30:07.727" v="758" actId="1035"/>
          <ac:spMkLst>
            <pc:docMk/>
            <pc:sldMk cId="817608058" sldId="268"/>
            <ac:spMk id="10" creationId="{FCBCABB2-4878-4AD9-9F86-2D796DF1173D}"/>
          </ac:spMkLst>
        </pc:spChg>
        <pc:spChg chg="mod">
          <ac:chgData name="Chee Kinston" userId="798c8083d06f756a" providerId="LiveId" clId="{7799FF23-122D-44A2-854E-93135B59E75E}" dt="2026-07-24T15:29:43.195" v="745" actId="1037"/>
          <ac:spMkLst>
            <pc:docMk/>
            <pc:sldMk cId="817608058" sldId="268"/>
            <ac:spMk id="11" creationId="{D06262BF-EDEB-4D42-B9B7-13D52402B37F}"/>
          </ac:spMkLst>
        </pc:spChg>
        <pc:spChg chg="mod">
          <ac:chgData name="Chee Kinston" userId="798c8083d06f756a" providerId="LiveId" clId="{7799FF23-122D-44A2-854E-93135B59E75E}" dt="2026-07-24T15:29:50.459" v="747" actId="1035"/>
          <ac:spMkLst>
            <pc:docMk/>
            <pc:sldMk cId="817608058" sldId="268"/>
            <ac:spMk id="12" creationId="{45433CF2-2C98-48B9-BC64-81F73AD8FF0A}"/>
          </ac:spMkLst>
        </pc:spChg>
        <pc:spChg chg="mod">
          <ac:chgData name="Chee Kinston" userId="798c8083d06f756a" providerId="LiveId" clId="{7799FF23-122D-44A2-854E-93135B59E75E}" dt="2026-07-24T15:30:07.727" v="758" actId="1035"/>
          <ac:spMkLst>
            <pc:docMk/>
            <pc:sldMk cId="817608058" sldId="268"/>
            <ac:spMk id="13" creationId="{87588194-A8CE-4D91-A2CE-2F56FC494E7D}"/>
          </ac:spMkLst>
        </pc:spChg>
        <pc:spChg chg="mod">
          <ac:chgData name="Chee Kinston" userId="798c8083d06f756a" providerId="LiveId" clId="{7799FF23-122D-44A2-854E-93135B59E75E}" dt="2026-07-24T15:29:56.500" v="752" actId="1035"/>
          <ac:spMkLst>
            <pc:docMk/>
            <pc:sldMk cId="817608058" sldId="268"/>
            <ac:spMk id="14" creationId="{B00D3C4F-A122-49B2-B7DE-21CD8DD53011}"/>
          </ac:spMkLst>
        </pc:spChg>
        <pc:spChg chg="mod">
          <ac:chgData name="Chee Kinston" userId="798c8083d06f756a" providerId="LiveId" clId="{7799FF23-122D-44A2-854E-93135B59E75E}" dt="2026-07-24T15:30:02.187" v="756" actId="1035"/>
          <ac:spMkLst>
            <pc:docMk/>
            <pc:sldMk cId="817608058" sldId="268"/>
            <ac:spMk id="15" creationId="{5979C162-5710-4B62-A352-AEE9E62786EA}"/>
          </ac:spMkLst>
        </pc:spChg>
        <pc:spChg chg="mod">
          <ac:chgData name="Chee Kinston" userId="798c8083d06f756a" providerId="LiveId" clId="{7799FF23-122D-44A2-854E-93135B59E75E}" dt="2026-07-24T15:30:07.727" v="758" actId="1035"/>
          <ac:spMkLst>
            <pc:docMk/>
            <pc:sldMk cId="817608058" sldId="268"/>
            <ac:spMk id="16" creationId="{32956AB5-BE68-4FB2-AF03-EC1F13AB57F5}"/>
          </ac:spMkLst>
        </pc:spChg>
        <pc:spChg chg="mod">
          <ac:chgData name="Chee Kinston" userId="798c8083d06f756a" providerId="LiveId" clId="{7799FF23-122D-44A2-854E-93135B59E75E}" dt="2026-07-24T15:30:19.313" v="766" actId="1076"/>
          <ac:spMkLst>
            <pc:docMk/>
            <pc:sldMk cId="817608058" sldId="268"/>
            <ac:spMk id="17" creationId="{BB745EEB-D9A7-4F84-918C-75D6019E8C97}"/>
          </ac:spMkLst>
        </pc:spChg>
        <pc:spChg chg="del">
          <ac:chgData name="Chee Kinston" userId="798c8083d06f756a" providerId="LiveId" clId="{7799FF23-122D-44A2-854E-93135B59E75E}" dt="2026-07-24T15:34:28.132" v="868" actId="478"/>
          <ac:spMkLst>
            <pc:docMk/>
            <pc:sldMk cId="817608058" sldId="268"/>
            <ac:spMk id="18" creationId="{ED02D1EE-D829-4E21-9BD8-6B7ACD4EE894}"/>
          </ac:spMkLst>
        </pc:spChg>
        <pc:spChg chg="del mod">
          <ac:chgData name="Chee Kinston" userId="798c8083d06f756a" providerId="LiveId" clId="{7799FF23-122D-44A2-854E-93135B59E75E}" dt="2026-07-24T15:34:27.220" v="867" actId="478"/>
          <ac:spMkLst>
            <pc:docMk/>
            <pc:sldMk cId="817608058" sldId="268"/>
            <ac:spMk id="19" creationId="{EB6465E5-A7F4-4E22-A660-5BBD158FD0E6}"/>
          </ac:spMkLst>
        </pc:spChg>
        <pc:spChg chg="del">
          <ac:chgData name="Chee Kinston" userId="798c8083d06f756a" providerId="LiveId" clId="{7799FF23-122D-44A2-854E-93135B59E75E}" dt="2026-07-24T15:30:22.325" v="768" actId="478"/>
          <ac:spMkLst>
            <pc:docMk/>
            <pc:sldMk cId="817608058" sldId="268"/>
            <ac:spMk id="21" creationId="{0BEFECE3-7EBC-4B19-AA83-4DE86774FDBF}"/>
          </ac:spMkLst>
        </pc:spChg>
        <pc:spChg chg="del mod">
          <ac:chgData name="Chee Kinston" userId="798c8083d06f756a" providerId="LiveId" clId="{7799FF23-122D-44A2-854E-93135B59E75E}" dt="2026-07-24T15:30:23.771" v="769" actId="478"/>
          <ac:spMkLst>
            <pc:docMk/>
            <pc:sldMk cId="817608058" sldId="268"/>
            <ac:spMk id="22" creationId="{7F10E6B3-A7FC-4C28-8DFD-4FBA675D96A0}"/>
          </ac:spMkLst>
        </pc:spChg>
      </pc:sldChg>
      <pc:sldChg chg="addSp delSp modSp mod">
        <pc:chgData name="Chee Kinston" userId="798c8083d06f756a" providerId="LiveId" clId="{7799FF23-122D-44A2-854E-93135B59E75E}" dt="2026-07-24T15:33:45.774" v="839" actId="6549"/>
        <pc:sldMkLst>
          <pc:docMk/>
          <pc:sldMk cId="786669615" sldId="269"/>
        </pc:sldMkLst>
        <pc:spChg chg="mod">
          <ac:chgData name="Chee Kinston" userId="798c8083d06f756a" providerId="LiveId" clId="{7799FF23-122D-44A2-854E-93135B59E75E}" dt="2026-07-24T15:30:38.688" v="779" actId="255"/>
          <ac:spMkLst>
            <pc:docMk/>
            <pc:sldMk cId="786669615" sldId="269"/>
            <ac:spMk id="2" creationId="{89711D82-A073-4E11-8FDE-15227B5DB51A}"/>
          </ac:spMkLst>
        </pc:spChg>
        <pc:spChg chg="mod">
          <ac:chgData name="Chee Kinston" userId="798c8083d06f756a" providerId="LiveId" clId="{7799FF23-122D-44A2-854E-93135B59E75E}" dt="2026-07-24T15:31:15.313" v="789" actId="113"/>
          <ac:spMkLst>
            <pc:docMk/>
            <pc:sldMk cId="786669615" sldId="269"/>
            <ac:spMk id="3" creationId="{30263A42-5939-4B5C-B89E-71CDEF881C3A}"/>
          </ac:spMkLst>
        </pc:spChg>
        <pc:spChg chg="mod">
          <ac:chgData name="Chee Kinston" userId="798c8083d06f756a" providerId="LiveId" clId="{7799FF23-122D-44A2-854E-93135B59E75E}" dt="2026-07-24T15:31:09.765" v="786" actId="21"/>
          <ac:spMkLst>
            <pc:docMk/>
            <pc:sldMk cId="786669615" sldId="269"/>
            <ac:spMk id="4" creationId="{878E0448-3FA0-47AD-BA5B-F746346BBAD8}"/>
          </ac:spMkLst>
        </pc:spChg>
        <pc:spChg chg="mod">
          <ac:chgData name="Chee Kinston" userId="798c8083d06f756a" providerId="LiveId" clId="{7799FF23-122D-44A2-854E-93135B59E75E}" dt="2026-07-24T15:33:09.718" v="813" actId="1035"/>
          <ac:spMkLst>
            <pc:docMk/>
            <pc:sldMk cId="786669615" sldId="269"/>
            <ac:spMk id="6" creationId="{1876E9CF-2A93-4CF6-B0FD-B76B8FB42256}"/>
          </ac:spMkLst>
        </pc:spChg>
        <pc:spChg chg="mod">
          <ac:chgData name="Chee Kinston" userId="798c8083d06f756a" providerId="LiveId" clId="{7799FF23-122D-44A2-854E-93135B59E75E}" dt="2026-07-24T15:33:15.777" v="814" actId="1037"/>
          <ac:spMkLst>
            <pc:docMk/>
            <pc:sldMk cId="786669615" sldId="269"/>
            <ac:spMk id="9" creationId="{CF1B2824-17CB-458C-BDFF-D5DBA9CC0DC0}"/>
          </ac:spMkLst>
        </pc:spChg>
        <pc:spChg chg="mod">
          <ac:chgData name="Chee Kinston" userId="798c8083d06f756a" providerId="LiveId" clId="{7799FF23-122D-44A2-854E-93135B59E75E}" dt="2026-07-24T15:31:15.313" v="789" actId="113"/>
          <ac:spMkLst>
            <pc:docMk/>
            <pc:sldMk cId="786669615" sldId="269"/>
            <ac:spMk id="11" creationId="{3B650707-AE5E-4CAA-AF7E-8B7D7EC736CB}"/>
          </ac:spMkLst>
        </pc:spChg>
        <pc:spChg chg="mod">
          <ac:chgData name="Chee Kinston" userId="798c8083d06f756a" providerId="LiveId" clId="{7799FF23-122D-44A2-854E-93135B59E75E}" dt="2026-07-24T15:33:09.718" v="813" actId="1035"/>
          <ac:spMkLst>
            <pc:docMk/>
            <pc:sldMk cId="786669615" sldId="269"/>
            <ac:spMk id="12" creationId="{E02AEF23-CF33-48D8-83AF-665F5DC25B8D}"/>
          </ac:spMkLst>
        </pc:spChg>
        <pc:spChg chg="mod">
          <ac:chgData name="Chee Kinston" userId="798c8083d06f756a" providerId="LiveId" clId="{7799FF23-122D-44A2-854E-93135B59E75E}" dt="2026-07-24T15:33:09.718" v="813" actId="1035"/>
          <ac:spMkLst>
            <pc:docMk/>
            <pc:sldMk cId="786669615" sldId="269"/>
            <ac:spMk id="15" creationId="{D6F9F808-9B93-41C0-AE24-1C35A9A37ACE}"/>
          </ac:spMkLst>
        </pc:spChg>
        <pc:spChg chg="mod">
          <ac:chgData name="Chee Kinston" userId="798c8083d06f756a" providerId="LiveId" clId="{7799FF23-122D-44A2-854E-93135B59E75E}" dt="2026-07-24T15:31:15.313" v="789" actId="113"/>
          <ac:spMkLst>
            <pc:docMk/>
            <pc:sldMk cId="786669615" sldId="269"/>
            <ac:spMk id="17" creationId="{CCD9F2C3-9883-4CCF-B3EB-B37C0B2F1D0D}"/>
          </ac:spMkLst>
        </pc:spChg>
        <pc:spChg chg="mod">
          <ac:chgData name="Chee Kinston" userId="798c8083d06f756a" providerId="LiveId" clId="{7799FF23-122D-44A2-854E-93135B59E75E}" dt="2026-07-24T15:33:09.718" v="813" actId="1035"/>
          <ac:spMkLst>
            <pc:docMk/>
            <pc:sldMk cId="786669615" sldId="269"/>
            <ac:spMk id="18" creationId="{53169A85-12D7-4D79-BB5A-AF5BBE339AF3}"/>
          </ac:spMkLst>
        </pc:spChg>
        <pc:spChg chg="mod">
          <ac:chgData name="Chee Kinston" userId="798c8083d06f756a" providerId="LiveId" clId="{7799FF23-122D-44A2-854E-93135B59E75E}" dt="2026-07-24T15:31:15.313" v="789" actId="113"/>
          <ac:spMkLst>
            <pc:docMk/>
            <pc:sldMk cId="786669615" sldId="269"/>
            <ac:spMk id="19" creationId="{84937BC7-3D8D-42D4-8186-F780365D3557}"/>
          </ac:spMkLst>
        </pc:spChg>
        <pc:spChg chg="mod">
          <ac:chgData name="Chee Kinston" userId="798c8083d06f756a" providerId="LiveId" clId="{7799FF23-122D-44A2-854E-93135B59E75E}" dt="2026-07-24T15:33:41.177" v="837" actId="6549"/>
          <ac:spMkLst>
            <pc:docMk/>
            <pc:sldMk cId="786669615" sldId="269"/>
            <ac:spMk id="20" creationId="{6C4BC802-3EFE-48A1-9963-D8905AB4915C}"/>
          </ac:spMkLst>
        </pc:spChg>
        <pc:spChg chg="mod">
          <ac:chgData name="Chee Kinston" userId="798c8083d06f756a" providerId="LiveId" clId="{7799FF23-122D-44A2-854E-93135B59E75E}" dt="2026-07-24T15:31:15.313" v="789" actId="113"/>
          <ac:spMkLst>
            <pc:docMk/>
            <pc:sldMk cId="786669615" sldId="269"/>
            <ac:spMk id="21" creationId="{D2DE8442-7E9E-40CF-8AD0-69B4D71042D8}"/>
          </ac:spMkLst>
        </pc:spChg>
        <pc:spChg chg="del">
          <ac:chgData name="Chee Kinston" userId="798c8083d06f756a" providerId="LiveId" clId="{7799FF23-122D-44A2-854E-93135B59E75E}" dt="2026-07-24T15:33:44.037" v="838" actId="478"/>
          <ac:spMkLst>
            <pc:docMk/>
            <pc:sldMk cId="786669615" sldId="269"/>
            <ac:spMk id="22" creationId="{B2C559AC-7D3F-4C45-A048-01A913FA425E}"/>
          </ac:spMkLst>
        </pc:spChg>
        <pc:spChg chg="mod">
          <ac:chgData name="Chee Kinston" userId="798c8083d06f756a" providerId="LiveId" clId="{7799FF23-122D-44A2-854E-93135B59E75E}" dt="2026-07-24T15:33:45.774" v="839" actId="6549"/>
          <ac:spMkLst>
            <pc:docMk/>
            <pc:sldMk cId="786669615" sldId="269"/>
            <ac:spMk id="23" creationId="{51A4BA98-6452-4A45-8A38-E3804375C10B}"/>
          </ac:spMkLst>
        </pc:spChg>
        <pc:spChg chg="mod">
          <ac:chgData name="Chee Kinston" userId="798c8083d06f756a" providerId="LiveId" clId="{7799FF23-122D-44A2-854E-93135B59E75E}" dt="2026-07-24T15:31:15.313" v="789" actId="113"/>
          <ac:spMkLst>
            <pc:docMk/>
            <pc:sldMk cId="786669615" sldId="269"/>
            <ac:spMk id="24" creationId="{A7D3F65F-BC24-4461-BFDD-A20A1148B1A1}"/>
          </ac:spMkLst>
        </pc:spChg>
        <pc:spChg chg="add del mod">
          <ac:chgData name="Chee Kinston" userId="798c8083d06f756a" providerId="LiveId" clId="{7799FF23-122D-44A2-854E-93135B59E75E}" dt="2026-07-24T15:32:12.181" v="799"/>
          <ac:spMkLst>
            <pc:docMk/>
            <pc:sldMk cId="786669615" sldId="269"/>
            <ac:spMk id="26" creationId="{3CAEE544-73D5-9DF2-4759-57A18C466D0F}"/>
          </ac:spMkLst>
        </pc:spChg>
        <pc:spChg chg="add mod">
          <ac:chgData name="Chee Kinston" userId="798c8083d06f756a" providerId="LiveId" clId="{7799FF23-122D-44A2-854E-93135B59E75E}" dt="2026-07-24T15:32:21.733" v="802" actId="1076"/>
          <ac:spMkLst>
            <pc:docMk/>
            <pc:sldMk cId="786669615" sldId="269"/>
            <ac:spMk id="28" creationId="{ED8547DA-AE51-8921-80A9-0CE0DECFD727}"/>
          </ac:spMkLst>
        </pc:spChg>
      </pc:sldChg>
      <pc:sldChg chg="delSp modSp mod">
        <pc:chgData name="Chee Kinston" userId="798c8083d06f756a" providerId="LiveId" clId="{7799FF23-122D-44A2-854E-93135B59E75E}" dt="2026-07-24T15:34:46.143" v="874" actId="20577"/>
        <pc:sldMkLst>
          <pc:docMk/>
          <pc:sldMk cId="463830283" sldId="270"/>
        </pc:sldMkLst>
        <pc:spChg chg="mod">
          <ac:chgData name="Chee Kinston" userId="798c8083d06f756a" providerId="LiveId" clId="{7799FF23-122D-44A2-854E-93135B59E75E}" dt="2026-07-24T15:34:46.143" v="874" actId="20577"/>
          <ac:spMkLst>
            <pc:docMk/>
            <pc:sldMk cId="463830283" sldId="270"/>
            <ac:spMk id="6" creationId="{26806C48-3EA5-4DF5-AABC-282EB744B804}"/>
          </ac:spMkLst>
        </pc:spChg>
        <pc:spChg chg="mod">
          <ac:chgData name="Chee Kinston" userId="798c8083d06f756a" providerId="LiveId" clId="{7799FF23-122D-44A2-854E-93135B59E75E}" dt="2026-07-24T15:33:52.263" v="842" actId="1035"/>
          <ac:spMkLst>
            <pc:docMk/>
            <pc:sldMk cId="463830283" sldId="270"/>
            <ac:spMk id="9" creationId="{75D404A3-0708-40DF-B06F-1CAC9B7EA544}"/>
          </ac:spMkLst>
        </pc:spChg>
        <pc:spChg chg="mod">
          <ac:chgData name="Chee Kinston" userId="798c8083d06f756a" providerId="LiveId" clId="{7799FF23-122D-44A2-854E-93135B59E75E}" dt="2026-07-24T15:33:56.185" v="845" actId="1035"/>
          <ac:spMkLst>
            <pc:docMk/>
            <pc:sldMk cId="463830283" sldId="270"/>
            <ac:spMk id="12" creationId="{ABDB7655-98C0-4864-8470-A696E1DA23C7}"/>
          </ac:spMkLst>
        </pc:spChg>
        <pc:spChg chg="mod">
          <ac:chgData name="Chee Kinston" userId="798c8083d06f756a" providerId="LiveId" clId="{7799FF23-122D-44A2-854E-93135B59E75E}" dt="2026-07-24T15:33:59.494" v="848" actId="1035"/>
          <ac:spMkLst>
            <pc:docMk/>
            <pc:sldMk cId="463830283" sldId="270"/>
            <ac:spMk id="15" creationId="{5DC6BD8C-4FA6-4FFA-B87F-154B81EA02BE}"/>
          </ac:spMkLst>
        </pc:spChg>
        <pc:spChg chg="mod">
          <ac:chgData name="Chee Kinston" userId="798c8083d06f756a" providerId="LiveId" clId="{7799FF23-122D-44A2-854E-93135B59E75E}" dt="2026-07-24T15:34:10.526" v="858" actId="20577"/>
          <ac:spMkLst>
            <pc:docMk/>
            <pc:sldMk cId="463830283" sldId="270"/>
            <ac:spMk id="17" creationId="{DE81C503-703B-470A-86EC-A65FFFBBED0B}"/>
          </ac:spMkLst>
        </pc:spChg>
        <pc:spChg chg="del">
          <ac:chgData name="Chee Kinston" userId="798c8083d06f756a" providerId="LiveId" clId="{7799FF23-122D-44A2-854E-93135B59E75E}" dt="2026-07-24T15:34:18.241" v="861" actId="478"/>
          <ac:spMkLst>
            <pc:docMk/>
            <pc:sldMk cId="463830283" sldId="270"/>
            <ac:spMk id="18" creationId="{3CB20297-A46B-429D-B560-46436AECEE78}"/>
          </ac:spMkLst>
        </pc:spChg>
        <pc:spChg chg="del">
          <ac:chgData name="Chee Kinston" userId="798c8083d06f756a" providerId="LiveId" clId="{7799FF23-122D-44A2-854E-93135B59E75E}" dt="2026-07-24T15:34:15.953" v="859" actId="478"/>
          <ac:spMkLst>
            <pc:docMk/>
            <pc:sldMk cId="463830283" sldId="270"/>
            <ac:spMk id="19" creationId="{1E3917F0-9CB6-4B32-B4FB-37B347EE7B2E}"/>
          </ac:spMkLst>
        </pc:spChg>
        <pc:spChg chg="del">
          <ac:chgData name="Chee Kinston" userId="798c8083d06f756a" providerId="LiveId" clId="{7799FF23-122D-44A2-854E-93135B59E75E}" dt="2026-07-24T15:34:16.977" v="860" actId="478"/>
          <ac:spMkLst>
            <pc:docMk/>
            <pc:sldMk cId="463830283" sldId="270"/>
            <ac:spMk id="20" creationId="{E81103B1-C1A3-4598-9C43-A0A2429DAF15}"/>
          </ac:spMkLst>
        </pc:spChg>
      </pc:sldChg>
      <pc:sldChg chg="delSp modSp mod">
        <pc:chgData name="Chee Kinston" userId="798c8083d06f756a" providerId="LiveId" clId="{7799FF23-122D-44A2-854E-93135B59E75E}" dt="2026-07-24T15:35:15.555" v="890" actId="478"/>
        <pc:sldMkLst>
          <pc:docMk/>
          <pc:sldMk cId="644491937" sldId="271"/>
        </pc:sldMkLst>
        <pc:spChg chg="mod">
          <ac:chgData name="Chee Kinston" userId="798c8083d06f756a" providerId="LiveId" clId="{7799FF23-122D-44A2-854E-93135B59E75E}" dt="2026-07-24T15:34:43.242" v="872" actId="20577"/>
          <ac:spMkLst>
            <pc:docMk/>
            <pc:sldMk cId="644491937" sldId="271"/>
            <ac:spMk id="6" creationId="{D5E5D26D-241D-42CF-BA17-7C46EDE767BD}"/>
          </ac:spMkLst>
        </pc:spChg>
        <pc:spChg chg="mod">
          <ac:chgData name="Chee Kinston" userId="798c8083d06f756a" providerId="LiveId" clId="{7799FF23-122D-44A2-854E-93135B59E75E}" dt="2026-07-24T15:34:51.448" v="876" actId="1035"/>
          <ac:spMkLst>
            <pc:docMk/>
            <pc:sldMk cId="644491937" sldId="271"/>
            <ac:spMk id="9" creationId="{55EAD706-C8CF-4092-BFAA-455680A88AF7}"/>
          </ac:spMkLst>
        </pc:spChg>
        <pc:spChg chg="mod">
          <ac:chgData name="Chee Kinston" userId="798c8083d06f756a" providerId="LiveId" clId="{7799FF23-122D-44A2-854E-93135B59E75E}" dt="2026-07-24T15:34:58.156" v="880" actId="1035"/>
          <ac:spMkLst>
            <pc:docMk/>
            <pc:sldMk cId="644491937" sldId="271"/>
            <ac:spMk id="11" creationId="{7439BB15-36E3-4B98-88BE-C71E0C22C563}"/>
          </ac:spMkLst>
        </pc:spChg>
        <pc:spChg chg="mod">
          <ac:chgData name="Chee Kinston" userId="798c8083d06f756a" providerId="LiveId" clId="{7799FF23-122D-44A2-854E-93135B59E75E}" dt="2026-07-24T15:35:00.584" v="881" actId="1035"/>
          <ac:spMkLst>
            <pc:docMk/>
            <pc:sldMk cId="644491937" sldId="271"/>
            <ac:spMk id="12" creationId="{49F9A376-EBAA-42C4-85A7-A6DB27D049A1}"/>
          </ac:spMkLst>
        </pc:spChg>
        <pc:spChg chg="mod">
          <ac:chgData name="Chee Kinston" userId="798c8083d06f756a" providerId="LiveId" clId="{7799FF23-122D-44A2-854E-93135B59E75E}" dt="2026-07-24T15:35:06.639" v="885" actId="1035"/>
          <ac:spMkLst>
            <pc:docMk/>
            <pc:sldMk cId="644491937" sldId="271"/>
            <ac:spMk id="15" creationId="{D3574D3A-8547-4CCE-9F69-A94D94E79C29}"/>
          </ac:spMkLst>
        </pc:spChg>
        <pc:spChg chg="mod">
          <ac:chgData name="Chee Kinston" userId="798c8083d06f756a" providerId="LiveId" clId="{7799FF23-122D-44A2-854E-93135B59E75E}" dt="2026-07-24T15:35:10.199" v="888" actId="20577"/>
          <ac:spMkLst>
            <pc:docMk/>
            <pc:sldMk cId="644491937" sldId="271"/>
            <ac:spMk id="17" creationId="{4EB9D321-833C-47D4-B84C-3C27D4F3404D}"/>
          </ac:spMkLst>
        </pc:spChg>
        <pc:spChg chg="del">
          <ac:chgData name="Chee Kinston" userId="798c8083d06f756a" providerId="LiveId" clId="{7799FF23-122D-44A2-854E-93135B59E75E}" dt="2026-07-24T15:34:37.859" v="869" actId="478"/>
          <ac:spMkLst>
            <pc:docMk/>
            <pc:sldMk cId="644491937" sldId="271"/>
            <ac:spMk id="18" creationId="{33921662-D851-4B33-9639-5DD7D2D16CC0}"/>
          </ac:spMkLst>
        </pc:spChg>
        <pc:spChg chg="del">
          <ac:chgData name="Chee Kinston" userId="798c8083d06f756a" providerId="LiveId" clId="{7799FF23-122D-44A2-854E-93135B59E75E}" dt="2026-07-24T15:34:39.377" v="870" actId="478"/>
          <ac:spMkLst>
            <pc:docMk/>
            <pc:sldMk cId="644491937" sldId="271"/>
            <ac:spMk id="20" creationId="{973F4A0C-962B-42C6-842A-81630BB8AFE3}"/>
          </ac:spMkLst>
        </pc:spChg>
        <pc:spChg chg="del">
          <ac:chgData name="Chee Kinston" userId="798c8083d06f756a" providerId="LiveId" clId="{7799FF23-122D-44A2-854E-93135B59E75E}" dt="2026-07-24T15:35:15.555" v="890" actId="478"/>
          <ac:spMkLst>
            <pc:docMk/>
            <pc:sldMk cId="644491937" sldId="271"/>
            <ac:spMk id="23" creationId="{89394FB1-5EB1-48C9-A8FF-6ED265EF0F1B}"/>
          </ac:spMkLst>
        </pc:spChg>
        <pc:spChg chg="mod">
          <ac:chgData name="Chee Kinston" userId="798c8083d06f756a" providerId="LiveId" clId="{7799FF23-122D-44A2-854E-93135B59E75E}" dt="2026-07-24T15:35:13.743" v="889" actId="6549"/>
          <ac:spMkLst>
            <pc:docMk/>
            <pc:sldMk cId="644491937" sldId="271"/>
            <ac:spMk id="24" creationId="{4A20E616-0E3F-4BF4-B56F-9E024BDECF60}"/>
          </ac:spMkLst>
        </pc:spChg>
      </pc:sldChg>
      <pc:sldChg chg="modSp mod">
        <pc:chgData name="Chee Kinston" userId="798c8083d06f756a" providerId="LiveId" clId="{7799FF23-122D-44A2-854E-93135B59E75E}" dt="2026-07-24T15:35:50.952" v="908" actId="20577"/>
        <pc:sldMkLst>
          <pc:docMk/>
          <pc:sldMk cId="1751807739" sldId="272"/>
        </pc:sldMkLst>
        <pc:spChg chg="mod">
          <ac:chgData name="Chee Kinston" userId="798c8083d06f756a" providerId="LiveId" clId="{7799FF23-122D-44A2-854E-93135B59E75E}" dt="2026-07-24T15:35:50.952" v="908" actId="20577"/>
          <ac:spMkLst>
            <pc:docMk/>
            <pc:sldMk cId="1751807739" sldId="272"/>
            <ac:spMk id="2" creationId="{13F354D3-929B-492B-92AA-D67F6D832E03}"/>
          </ac:spMkLst>
        </pc:spChg>
        <pc:spChg chg="mod">
          <ac:chgData name="Chee Kinston" userId="798c8083d06f756a" providerId="LiveId" clId="{7799FF23-122D-44A2-854E-93135B59E75E}" dt="2026-07-24T15:35:23.024" v="892" actId="20577"/>
          <ac:spMkLst>
            <pc:docMk/>
            <pc:sldMk cId="1751807739" sldId="272"/>
            <ac:spMk id="6" creationId="{199DB2F1-349B-475A-8BE5-5E03DFA886B0}"/>
          </ac:spMkLst>
        </pc:spChg>
        <pc:spChg chg="mod">
          <ac:chgData name="Chee Kinston" userId="798c8083d06f756a" providerId="LiveId" clId="{7799FF23-122D-44A2-854E-93135B59E75E}" dt="2026-07-24T15:35:33.080" v="895" actId="1035"/>
          <ac:spMkLst>
            <pc:docMk/>
            <pc:sldMk cId="1751807739" sldId="272"/>
            <ac:spMk id="9" creationId="{50EAA1C2-8D48-4F4C-B414-4876B8A18DB6}"/>
          </ac:spMkLst>
        </pc:spChg>
        <pc:spChg chg="mod">
          <ac:chgData name="Chee Kinston" userId="798c8083d06f756a" providerId="LiveId" clId="{7799FF23-122D-44A2-854E-93135B59E75E}" dt="2026-07-24T15:35:35.378" v="897" actId="1035"/>
          <ac:spMkLst>
            <pc:docMk/>
            <pc:sldMk cId="1751807739" sldId="272"/>
            <ac:spMk id="12" creationId="{B50501DA-2F01-47DE-B841-DB15E55EF3FA}"/>
          </ac:spMkLst>
        </pc:spChg>
        <pc:spChg chg="mod">
          <ac:chgData name="Chee Kinston" userId="798c8083d06f756a" providerId="LiveId" clId="{7799FF23-122D-44A2-854E-93135B59E75E}" dt="2026-07-24T15:35:40.720" v="901" actId="1035"/>
          <ac:spMkLst>
            <pc:docMk/>
            <pc:sldMk cId="1751807739" sldId="272"/>
            <ac:spMk id="15" creationId="{47DCE84D-21CA-42D1-BA9F-C09797BB9C4C}"/>
          </ac:spMkLst>
        </pc:spChg>
        <pc:spChg chg="mod">
          <ac:chgData name="Chee Kinston" userId="798c8083d06f756a" providerId="LiveId" clId="{7799FF23-122D-44A2-854E-93135B59E75E}" dt="2026-07-24T15:35:45.899" v="905" actId="20577"/>
          <ac:spMkLst>
            <pc:docMk/>
            <pc:sldMk cId="1751807739" sldId="272"/>
            <ac:spMk id="17" creationId="{5FB33DCA-92ED-4835-AE1D-2B71E3AE3213}"/>
          </ac:spMkLst>
        </pc:spChg>
      </pc:sldChg>
      <pc:sldChg chg="delSp modSp mod">
        <pc:chgData name="Chee Kinston" userId="798c8083d06f756a" providerId="LiveId" clId="{7799FF23-122D-44A2-854E-93135B59E75E}" dt="2026-07-24T15:36:26.974" v="923" actId="478"/>
        <pc:sldMkLst>
          <pc:docMk/>
          <pc:sldMk cId="2126896992" sldId="273"/>
        </pc:sldMkLst>
        <pc:spChg chg="mod">
          <ac:chgData name="Chee Kinston" userId="798c8083d06f756a" providerId="LiveId" clId="{7799FF23-122D-44A2-854E-93135B59E75E}" dt="2026-07-24T15:36:04.426" v="912" actId="1035"/>
          <ac:spMkLst>
            <pc:docMk/>
            <pc:sldMk cId="2126896992" sldId="273"/>
            <ac:spMk id="9" creationId="{2A1D47CF-BFE8-4025-A252-ECE6255276D1}"/>
          </ac:spMkLst>
        </pc:spChg>
        <pc:spChg chg="mod">
          <ac:chgData name="Chee Kinston" userId="798c8083d06f756a" providerId="LiveId" clId="{7799FF23-122D-44A2-854E-93135B59E75E}" dt="2026-07-24T15:36:09.321" v="915" actId="1035"/>
          <ac:spMkLst>
            <pc:docMk/>
            <pc:sldMk cId="2126896992" sldId="273"/>
            <ac:spMk id="12" creationId="{79F8EC88-B2E3-4C9D-A149-4F9853370CD4}"/>
          </ac:spMkLst>
        </pc:spChg>
        <pc:spChg chg="mod">
          <ac:chgData name="Chee Kinston" userId="798c8083d06f756a" providerId="LiveId" clId="{7799FF23-122D-44A2-854E-93135B59E75E}" dt="2026-07-24T15:36:11.727" v="918" actId="1035"/>
          <ac:spMkLst>
            <pc:docMk/>
            <pc:sldMk cId="2126896992" sldId="273"/>
            <ac:spMk id="15" creationId="{F74050C3-046F-43D3-9FE9-A078F76CBAD0}"/>
          </ac:spMkLst>
        </pc:spChg>
        <pc:spChg chg="mod">
          <ac:chgData name="Chee Kinston" userId="798c8083d06f756a" providerId="LiveId" clId="{7799FF23-122D-44A2-854E-93135B59E75E}" dt="2026-07-24T15:36:15.656" v="921" actId="6549"/>
          <ac:spMkLst>
            <pc:docMk/>
            <pc:sldMk cId="2126896992" sldId="273"/>
            <ac:spMk id="17" creationId="{A8AF00E6-9A44-449A-AF17-4F186E95E3FA}"/>
          </ac:spMkLst>
        </pc:spChg>
        <pc:spChg chg="del">
          <ac:chgData name="Chee Kinston" userId="798c8083d06f756a" providerId="LiveId" clId="{7799FF23-122D-44A2-854E-93135B59E75E}" dt="2026-07-24T15:35:58.612" v="909" actId="478"/>
          <ac:spMkLst>
            <pc:docMk/>
            <pc:sldMk cId="2126896992" sldId="273"/>
            <ac:spMk id="18" creationId="{D33B0D44-6576-4B9D-80BB-EEBD8947184E}"/>
          </ac:spMkLst>
        </pc:spChg>
        <pc:spChg chg="del">
          <ac:chgData name="Chee Kinston" userId="798c8083d06f756a" providerId="LiveId" clId="{7799FF23-122D-44A2-854E-93135B59E75E}" dt="2026-07-24T15:36:26.974" v="923" actId="478"/>
          <ac:spMkLst>
            <pc:docMk/>
            <pc:sldMk cId="2126896992" sldId="273"/>
            <ac:spMk id="21" creationId="{0FEF36AE-874D-407F-B913-7392ED1D9237}"/>
          </ac:spMkLst>
        </pc:spChg>
        <pc:spChg chg="mod">
          <ac:chgData name="Chee Kinston" userId="798c8083d06f756a" providerId="LiveId" clId="{7799FF23-122D-44A2-854E-93135B59E75E}" dt="2026-07-24T15:36:24.838" v="922" actId="6549"/>
          <ac:spMkLst>
            <pc:docMk/>
            <pc:sldMk cId="2126896992" sldId="273"/>
            <ac:spMk id="22" creationId="{AD175B53-D9E3-4261-A7BC-A990E89BC610}"/>
          </ac:spMkLst>
        </pc:spChg>
      </pc:sldChg>
      <pc:sldChg chg="delSp modSp mod">
        <pc:chgData name="Chee Kinston" userId="798c8083d06f756a" providerId="LiveId" clId="{7799FF23-122D-44A2-854E-93135B59E75E}" dt="2026-07-24T15:37:25.004" v="957" actId="1035"/>
        <pc:sldMkLst>
          <pc:docMk/>
          <pc:sldMk cId="1548210837" sldId="274"/>
        </pc:sldMkLst>
        <pc:spChg chg="mod">
          <ac:chgData name="Chee Kinston" userId="798c8083d06f756a" providerId="LiveId" clId="{7799FF23-122D-44A2-854E-93135B59E75E}" dt="2026-07-24T15:36:57.409" v="928" actId="20577"/>
          <ac:spMkLst>
            <pc:docMk/>
            <pc:sldMk cId="1548210837" sldId="274"/>
            <ac:spMk id="2" creationId="{CC8667E2-AD82-400E-BB8C-B2BCDABF17F1}"/>
          </ac:spMkLst>
        </pc:spChg>
        <pc:spChg chg="mod">
          <ac:chgData name="Chee Kinston" userId="798c8083d06f756a" providerId="LiveId" clId="{7799FF23-122D-44A2-854E-93135B59E75E}" dt="2026-07-24T15:37:03.619" v="931" actId="1035"/>
          <ac:spMkLst>
            <pc:docMk/>
            <pc:sldMk cId="1548210837" sldId="274"/>
            <ac:spMk id="9" creationId="{4E4B4E7B-82A6-4B61-92F6-260FBF14DF71}"/>
          </ac:spMkLst>
        </pc:spChg>
        <pc:spChg chg="mod">
          <ac:chgData name="Chee Kinston" userId="798c8083d06f756a" providerId="LiveId" clId="{7799FF23-122D-44A2-854E-93135B59E75E}" dt="2026-07-24T15:37:10.621" v="935" actId="1035"/>
          <ac:spMkLst>
            <pc:docMk/>
            <pc:sldMk cId="1548210837" sldId="274"/>
            <ac:spMk id="12" creationId="{21F51C35-6EF8-4B23-AB63-8928F501D2B3}"/>
          </ac:spMkLst>
        </pc:spChg>
        <pc:spChg chg="mod">
          <ac:chgData name="Chee Kinston" userId="798c8083d06f756a" providerId="LiveId" clId="{7799FF23-122D-44A2-854E-93135B59E75E}" dt="2026-07-24T15:37:16.649" v="938" actId="1035"/>
          <ac:spMkLst>
            <pc:docMk/>
            <pc:sldMk cId="1548210837" sldId="274"/>
            <ac:spMk id="15" creationId="{BD0A1D10-ABB0-4304-857B-E76A050A35B0}"/>
          </ac:spMkLst>
        </pc:spChg>
        <pc:spChg chg="mod">
          <ac:chgData name="Chee Kinston" userId="798c8083d06f756a" providerId="LiveId" clId="{7799FF23-122D-44A2-854E-93135B59E75E}" dt="2026-07-24T15:37:25.004" v="957" actId="1035"/>
          <ac:spMkLst>
            <pc:docMk/>
            <pc:sldMk cId="1548210837" sldId="274"/>
            <ac:spMk id="17" creationId="{365DD427-D9EF-4837-8776-7AD1F583C6A8}"/>
          </ac:spMkLst>
        </pc:spChg>
        <pc:spChg chg="del">
          <ac:chgData name="Chee Kinston" userId="798c8083d06f756a" providerId="LiveId" clId="{7799FF23-122D-44A2-854E-93135B59E75E}" dt="2026-07-24T15:36:50.066" v="925" actId="478"/>
          <ac:spMkLst>
            <pc:docMk/>
            <pc:sldMk cId="1548210837" sldId="274"/>
            <ac:spMk id="18" creationId="{5ABC5F5E-227D-4B03-BE50-F4A641F81426}"/>
          </ac:spMkLst>
        </pc:spChg>
        <pc:spChg chg="del">
          <ac:chgData name="Chee Kinston" userId="798c8083d06f756a" providerId="LiveId" clId="{7799FF23-122D-44A2-854E-93135B59E75E}" dt="2026-07-24T15:36:48.535" v="924" actId="478"/>
          <ac:spMkLst>
            <pc:docMk/>
            <pc:sldMk cId="1548210837" sldId="274"/>
            <ac:spMk id="20" creationId="{FF68A107-B88D-4FDD-BB42-B88DDEBC50BA}"/>
          </ac:spMkLst>
        </pc:spChg>
      </pc:sldChg>
      <pc:sldChg chg="delSp modSp mod">
        <pc:chgData name="Chee Kinston" userId="798c8083d06f756a" providerId="LiveId" clId="{7799FF23-122D-44A2-854E-93135B59E75E}" dt="2026-07-24T15:38:11.564" v="966" actId="478"/>
        <pc:sldMkLst>
          <pc:docMk/>
          <pc:sldMk cId="558119431" sldId="275"/>
        </pc:sldMkLst>
        <pc:spChg chg="mod">
          <ac:chgData name="Chee Kinston" userId="798c8083d06f756a" providerId="LiveId" clId="{7799FF23-122D-44A2-854E-93135B59E75E}" dt="2026-07-24T15:37:50.558" v="963" actId="6549"/>
          <ac:spMkLst>
            <pc:docMk/>
            <pc:sldMk cId="558119431" sldId="275"/>
            <ac:spMk id="2" creationId="{CCA6F6E2-E044-46A9-A464-61DA4601AFE5}"/>
          </ac:spMkLst>
        </pc:spChg>
        <pc:spChg chg="del">
          <ac:chgData name="Chee Kinston" userId="798c8083d06f756a" providerId="LiveId" clId="{7799FF23-122D-44A2-854E-93135B59E75E}" dt="2026-07-24T15:38:11.564" v="966" actId="478"/>
          <ac:spMkLst>
            <pc:docMk/>
            <pc:sldMk cId="558119431" sldId="275"/>
            <ac:spMk id="21" creationId="{C0C9D7BE-5F4D-4717-9D8A-7F555D4E1C8F}"/>
          </ac:spMkLst>
        </pc:spChg>
        <pc:spChg chg="del">
          <ac:chgData name="Chee Kinston" userId="798c8083d06f756a" providerId="LiveId" clId="{7799FF23-122D-44A2-854E-93135B59E75E}" dt="2026-07-24T15:38:05.969" v="965" actId="478"/>
          <ac:spMkLst>
            <pc:docMk/>
            <pc:sldMk cId="558119431" sldId="275"/>
            <ac:spMk id="23" creationId="{BA2DAA6F-C0D9-4343-BD97-89E707C43D1B}"/>
          </ac:spMkLst>
        </pc:spChg>
        <pc:spChg chg="del">
          <ac:chgData name="Chee Kinston" userId="798c8083d06f756a" providerId="LiveId" clId="{7799FF23-122D-44A2-854E-93135B59E75E}" dt="2026-07-24T15:38:05.418" v="964" actId="478"/>
          <ac:spMkLst>
            <pc:docMk/>
            <pc:sldMk cId="558119431" sldId="275"/>
            <ac:spMk id="24" creationId="{FABB20F4-DA05-45FA-85C4-598E2E4D806F}"/>
          </ac:spMkLst>
        </pc:spChg>
      </pc:sldChg>
      <pc:sldChg chg="delSp modSp mod">
        <pc:chgData name="Chee Kinston" userId="798c8083d06f756a" providerId="LiveId" clId="{7799FF23-122D-44A2-854E-93135B59E75E}" dt="2026-07-24T15:38:21.987" v="971" actId="478"/>
        <pc:sldMkLst>
          <pc:docMk/>
          <pc:sldMk cId="1587544390" sldId="276"/>
        </pc:sldMkLst>
        <pc:spChg chg="mod">
          <ac:chgData name="Chee Kinston" userId="798c8083d06f756a" providerId="LiveId" clId="{7799FF23-122D-44A2-854E-93135B59E75E}" dt="2026-07-24T15:38:16.365" v="969" actId="20577"/>
          <ac:spMkLst>
            <pc:docMk/>
            <pc:sldMk cId="1587544390" sldId="276"/>
            <ac:spMk id="2" creationId="{D179DA0F-0393-4ED9-B980-2A842C1E44C9}"/>
          </ac:spMkLst>
        </pc:spChg>
        <pc:spChg chg="del">
          <ac:chgData name="Chee Kinston" userId="798c8083d06f756a" providerId="LiveId" clId="{7799FF23-122D-44A2-854E-93135B59E75E}" dt="2026-07-24T15:38:21.987" v="971" actId="478"/>
          <ac:spMkLst>
            <pc:docMk/>
            <pc:sldMk cId="1587544390" sldId="276"/>
            <ac:spMk id="21" creationId="{E1077DD1-F47C-4469-B718-8E519E7C490A}"/>
          </ac:spMkLst>
        </pc:spChg>
        <pc:spChg chg="del">
          <ac:chgData name="Chee Kinston" userId="798c8083d06f756a" providerId="LiveId" clId="{7799FF23-122D-44A2-854E-93135B59E75E}" dt="2026-07-24T15:38:21.521" v="970" actId="478"/>
          <ac:spMkLst>
            <pc:docMk/>
            <pc:sldMk cId="1587544390" sldId="276"/>
            <ac:spMk id="22" creationId="{D8B0D316-202D-4877-B14A-8ACE912AFE73}"/>
          </ac:spMkLst>
        </pc:spChg>
      </pc:sldChg>
      <pc:sldChg chg="delSp modSp mod">
        <pc:chgData name="Chee Kinston" userId="798c8083d06f756a" providerId="LiveId" clId="{7799FF23-122D-44A2-854E-93135B59E75E}" dt="2026-07-24T15:38:37.489" v="979" actId="478"/>
        <pc:sldMkLst>
          <pc:docMk/>
          <pc:sldMk cId="1772239915" sldId="277"/>
        </pc:sldMkLst>
        <pc:spChg chg="del">
          <ac:chgData name="Chee Kinston" userId="798c8083d06f756a" providerId="LiveId" clId="{7799FF23-122D-44A2-854E-93135B59E75E}" dt="2026-07-24T15:38:37.489" v="979" actId="478"/>
          <ac:spMkLst>
            <pc:docMk/>
            <pc:sldMk cId="1772239915" sldId="277"/>
            <ac:spMk id="19" creationId="{B58F9492-A1B5-4AA6-8680-7DD35B139DBB}"/>
          </ac:spMkLst>
        </pc:spChg>
        <pc:spChg chg="del mod">
          <ac:chgData name="Chee Kinston" userId="798c8083d06f756a" providerId="LiveId" clId="{7799FF23-122D-44A2-854E-93135B59E75E}" dt="2026-07-24T15:38:35.466" v="978" actId="478"/>
          <ac:spMkLst>
            <pc:docMk/>
            <pc:sldMk cId="1772239915" sldId="277"/>
            <ac:spMk id="20" creationId="{DCF5E6EC-0C6D-4212-A59F-03ADEA3B0EA7}"/>
          </ac:spMkLst>
        </pc:spChg>
      </pc:sldChg>
      <pc:sldChg chg="delSp mod">
        <pc:chgData name="Chee Kinston" userId="798c8083d06f756a" providerId="LiveId" clId="{7799FF23-122D-44A2-854E-93135B59E75E}" dt="2026-07-24T15:38:31.531" v="976" actId="478"/>
        <pc:sldMkLst>
          <pc:docMk/>
          <pc:sldMk cId="1899074187" sldId="278"/>
        </pc:sldMkLst>
        <pc:spChg chg="del">
          <ac:chgData name="Chee Kinston" userId="798c8083d06f756a" providerId="LiveId" clId="{7799FF23-122D-44A2-854E-93135B59E75E}" dt="2026-07-24T15:38:30.439" v="975" actId="478"/>
          <ac:spMkLst>
            <pc:docMk/>
            <pc:sldMk cId="1899074187" sldId="278"/>
            <ac:spMk id="27" creationId="{FB7EA5CB-F427-4D67-94A4-EF2BEEB3AE28}"/>
          </ac:spMkLst>
        </pc:spChg>
        <pc:spChg chg="del">
          <ac:chgData name="Chee Kinston" userId="798c8083d06f756a" providerId="LiveId" clId="{7799FF23-122D-44A2-854E-93135B59E75E}" dt="2026-07-24T15:38:31.531" v="976" actId="478"/>
          <ac:spMkLst>
            <pc:docMk/>
            <pc:sldMk cId="1899074187" sldId="278"/>
            <ac:spMk id="28" creationId="{F69741D3-D2A6-4274-9C69-E9C38F90B738}"/>
          </ac:spMkLst>
        </pc:spChg>
      </pc:sldChg>
      <pc:sldChg chg="delSp modSp mod">
        <pc:chgData name="Chee Kinston" userId="798c8083d06f756a" providerId="LiveId" clId="{7799FF23-122D-44A2-854E-93135B59E75E}" dt="2026-07-24T15:38:28.564" v="974" actId="478"/>
        <pc:sldMkLst>
          <pc:docMk/>
          <pc:sldMk cId="515072268" sldId="279"/>
        </pc:sldMkLst>
        <pc:spChg chg="del">
          <ac:chgData name="Chee Kinston" userId="798c8083d06f756a" providerId="LiveId" clId="{7799FF23-122D-44A2-854E-93135B59E75E}" dt="2026-07-24T15:38:28.564" v="974" actId="478"/>
          <ac:spMkLst>
            <pc:docMk/>
            <pc:sldMk cId="515072268" sldId="279"/>
            <ac:spMk id="11" creationId="{416ACF33-915D-4D9E-9853-E02DFBC0383E}"/>
          </ac:spMkLst>
        </pc:spChg>
        <pc:spChg chg="del mod">
          <ac:chgData name="Chee Kinston" userId="798c8083d06f756a" providerId="LiveId" clId="{7799FF23-122D-44A2-854E-93135B59E75E}" dt="2026-07-24T15:38:28.060" v="973" actId="478"/>
          <ac:spMkLst>
            <pc:docMk/>
            <pc:sldMk cId="515072268" sldId="279"/>
            <ac:spMk id="12" creationId="{FD7BE942-0C6F-4ED9-B550-632CE185A8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BB5CFA-DC29-4B8F-B07C-0127B80B68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7"/>
            </a:avLst>
          </a:prstGeom>
          <a:solidFill>
            <a:srgbClr val="F8FAFF"/>
          </a:solidFill>
          <a:ln w="9525">
            <a:solidFill>
              <a:srgbClr val="F8FA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A31D13-577E-4EDD-926F-AE8262AC7D9A}"/>
              </a:ext>
            </a:extLst>
          </p:cNvPr>
          <p:cNvSpPr>
            <a:spLocks noGrp="1"/>
          </p:cNvSpPr>
          <p:nvPr/>
        </p:nvSpPr>
        <p:spPr>
          <a:xfrm>
            <a:off x="6134100" y="-895350"/>
            <a:ext cx="6858000" cy="68580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  <a:effectLst>
            <a:outerShdw blurRad="19050" dist="9525" dir="5400000">
              <a:srgbClr val="000000">
                <a:alpha val="6000"/>
              </a:srgbClr>
            </a:outerShdw>
            <a:softEdge rad="1270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5A818F-317A-4110-9C66-C34CC393F5A1}"/>
              </a:ext>
            </a:extLst>
          </p:cNvPr>
          <p:cNvSpPr>
            <a:spLocks noGrp="1"/>
          </p:cNvSpPr>
          <p:nvPr/>
        </p:nvSpPr>
        <p:spPr>
          <a:xfrm>
            <a:off x="7924800" y="-685800"/>
            <a:ext cx="4933950" cy="49339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  <a:effectLst>
            <a:outerShdw blurRad="19050" dist="9525" dir="5400000">
              <a:srgbClr val="000000">
                <a:alpha val="6000"/>
              </a:srgbClr>
            </a:outerShdw>
            <a:softEdge rad="1270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918CF-76BF-4CD7-A77E-696E534D2F42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CAREEROS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3CCE69-D8FF-42E8-9878-2E1DFBE9EBFD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68580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11194A"/>
                </a:solidFill>
              </a:defRPr>
            </a:pPr>
            <a:r>
              <a:rPr sz="3900" b="1" dirty="0">
                <a:solidFill>
                  <a:srgbClr val="11194A"/>
                </a:solidFill>
              </a:rPr>
              <a:t>Career potential is lost when evidence and action arrive too late.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FA06E-222A-4087-A648-AF735EBBB5AC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638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2627F"/>
                </a:solidFill>
              </a:defRPr>
            </a:pPr>
            <a:r>
              <a:rPr sz="1725" b="0">
                <a:solidFill>
                  <a:srgbClr val="52627F"/>
                </a:solidFill>
              </a:rPr>
              <a:t>CareerOS connects student evidence, employer demand, and university action so gaps can be addressed earlier.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F508A4-B115-4C7F-965D-DE115E25426F}"/>
              </a:ext>
            </a:extLst>
          </p:cNvPr>
          <p:cNvSpPr>
            <a:spLocks noGrp="1"/>
          </p:cNvSpPr>
          <p:nvPr/>
        </p:nvSpPr>
        <p:spPr>
          <a:xfrm>
            <a:off x="7734300" y="1666875"/>
            <a:ext cx="23812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46F322-BA94-43BC-A70D-0F5769DACE21}"/>
              </a:ext>
            </a:extLst>
          </p:cNvPr>
          <p:cNvSpPr>
            <a:spLocks noGrp="1"/>
          </p:cNvSpPr>
          <p:nvPr/>
        </p:nvSpPr>
        <p:spPr>
          <a:xfrm>
            <a:off x="7981950" y="18859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STUDENT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ADAE8A-6F37-4083-B1E5-732D730983CE}"/>
              </a:ext>
            </a:extLst>
          </p:cNvPr>
          <p:cNvSpPr>
            <a:spLocks noGrp="1"/>
          </p:cNvSpPr>
          <p:nvPr/>
        </p:nvSpPr>
        <p:spPr>
          <a:xfrm>
            <a:off x="9496425" y="2771775"/>
            <a:ext cx="2381250" cy="704850"/>
          </a:xfrm>
          <a:prstGeom prst="roundRect">
            <a:avLst>
              <a:gd name="adj" fmla="val 16216"/>
            </a:avLst>
          </a:prstGeom>
          <a:solidFill>
            <a:srgbClr val="EAF1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07433-6E9E-455C-BF70-9A1558B9B9F4}"/>
              </a:ext>
            </a:extLst>
          </p:cNvPr>
          <p:cNvSpPr>
            <a:spLocks noGrp="1"/>
          </p:cNvSpPr>
          <p:nvPr/>
        </p:nvSpPr>
        <p:spPr>
          <a:xfrm>
            <a:off x="9744075" y="29908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EMPLOYER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648998-1C95-4F7C-86B6-7E728112DB6B}"/>
              </a:ext>
            </a:extLst>
          </p:cNvPr>
          <p:cNvSpPr>
            <a:spLocks noGrp="1"/>
          </p:cNvSpPr>
          <p:nvPr/>
        </p:nvSpPr>
        <p:spPr>
          <a:xfrm>
            <a:off x="7734300" y="3876675"/>
            <a:ext cx="23812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0CBAB2-77B1-4A6A-BD90-835785A4D6B2}"/>
              </a:ext>
            </a:extLst>
          </p:cNvPr>
          <p:cNvSpPr>
            <a:spLocks noGrp="1"/>
          </p:cNvSpPr>
          <p:nvPr/>
        </p:nvSpPr>
        <p:spPr>
          <a:xfrm>
            <a:off x="7981950" y="40957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UNIVERSITY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3B1CFC-B815-429A-A2A1-546935D67B89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F46E5"/>
                </a:solidFill>
              </a:defRPr>
            </a:pPr>
            <a:r>
              <a:rPr sz="1350" b="1">
                <a:solidFill>
                  <a:srgbClr val="4F46E5"/>
                </a:solidFill>
              </a:rPr>
              <a:t>Signal → Evidence → Decision → Action → Learning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671177-13F5-49F2-A472-78500ED507B7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2333625" cy="2381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D10FE2-E688-44B6-A43A-CB5F35664C11}"/>
              </a:ext>
            </a:extLst>
          </p:cNvPr>
          <p:cNvSpPr>
            <a:spLocks noGrp="1"/>
          </p:cNvSpPr>
          <p:nvPr/>
        </p:nvSpPr>
        <p:spPr>
          <a:xfrm>
            <a:off x="800100" y="6010275"/>
            <a:ext cx="21050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Prototype • simulated intelligence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C65F33-9DC3-4200-9510-8E2138C08998}"/>
              </a:ext>
            </a:extLst>
          </p:cNvPr>
          <p:cNvSpPr>
            <a:spLocks noGrp="1"/>
          </p:cNvSpPr>
          <p:nvPr/>
        </p:nvSpPr>
        <p:spPr>
          <a:xfrm>
            <a:off x="9001125" y="6419850"/>
            <a:ext cx="2619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4829B"/>
                </a:solidFill>
              </a:defRPr>
            </a:pPr>
            <a:r>
              <a:rPr sz="900" b="0">
                <a:solidFill>
                  <a:srgbClr val="74829B"/>
                </a:solidFill>
              </a:rPr>
              <a:t>Talentbank AI Hackathon • 2026</a:t>
            </a:r>
          </a:p>
        </p:txBody>
      </p:sp>
    </p:spTree>
    <p:extLst>
      <p:ext uri="{BB962C8B-B14F-4D97-AF65-F5344CB8AC3E}">
        <p14:creationId xmlns:p14="http://schemas.microsoft.com/office/powerpoint/2010/main" val="169042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3658E0D-AB8B-4D32-860B-3C5BF3BF4A3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SHARED FAILURE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414AA-691E-4AD5-93B5-120AA7446A5A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228326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The same evidence gap appears as </a:t>
            </a:r>
            <a:endParaRPr lang="en-MY" sz="2700" b="1" dirty="0">
              <a:solidFill>
                <a:srgbClr val="11194A"/>
              </a:solidFill>
            </a:endParaRPr>
          </a:p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3600" b="1" dirty="0">
                <a:solidFill>
                  <a:srgbClr val="11194A"/>
                </a:solidFill>
              </a:rPr>
              <a:t>uncertainty, recruiting waste, late action</a:t>
            </a:r>
            <a:endParaRPr lang="en-MY" sz="3600" b="1" dirty="0">
              <a:solidFill>
                <a:srgbClr val="11194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26CA1E-27B9-41CB-AFFF-88C9140CB2F9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779C40-2406-4031-B596-1AD2F314135D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E9F55-04F7-44DE-B5A7-004AC40D0AEB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STUDENT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F33C8D-F9DB-45C9-B844-D0E383C1365A}"/>
              </a:ext>
            </a:extLst>
          </p:cNvPr>
          <p:cNvSpPr>
            <a:spLocks noGrp="1"/>
          </p:cNvSpPr>
          <p:nvPr/>
        </p:nvSpPr>
        <p:spPr>
          <a:xfrm>
            <a:off x="800100" y="239077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94A"/>
                </a:solidFill>
              </a:defRPr>
            </a:pPr>
            <a:r>
              <a:rPr sz="1875" b="1" dirty="0">
                <a:solidFill>
                  <a:srgbClr val="11194A"/>
                </a:solidFill>
              </a:rPr>
              <a:t>Experience exists, but proof and direction do not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06B561-9294-4AA3-90C8-C167EFBA8B04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Chris is a Year 3 Data Science student with projects and leadership evidence</a:t>
            </a:r>
            <a:r>
              <a:rPr lang="en-MY" sz="1275" b="0" dirty="0">
                <a:solidFill>
                  <a:srgbClr val="52627F"/>
                </a:solidFill>
              </a:rPr>
              <a:t>, </a:t>
            </a:r>
            <a:r>
              <a:rPr sz="1275" b="0" dirty="0">
                <a:solidFill>
                  <a:srgbClr val="52627F"/>
                </a:solidFill>
              </a:rPr>
              <a:t>but weak visibility into what those experiences prove and what to do next.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F73384-B9AF-4343-B166-A40E1146EF0A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Consequence: option loss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663A71-790E-4756-83F2-818A15994DC4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AC4EE4-7035-4AF2-947E-B80FF9AC1B3B}"/>
              </a:ext>
            </a:extLst>
          </p:cNvPr>
          <p:cNvSpPr>
            <a:spLocks noGrp="1"/>
          </p:cNvSpPr>
          <p:nvPr/>
        </p:nvSpPr>
        <p:spPr>
          <a:xfrm>
            <a:off x="4514850" y="20478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EMPLOYER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C922B4-E9D6-41B0-8A76-187A6091279D}"/>
              </a:ext>
            </a:extLst>
          </p:cNvPr>
          <p:cNvSpPr>
            <a:spLocks noGrp="1"/>
          </p:cNvSpPr>
          <p:nvPr/>
        </p:nvSpPr>
        <p:spPr>
          <a:xfrm>
            <a:off x="4514850" y="239077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94A"/>
                </a:solidFill>
              </a:defRPr>
            </a:pPr>
            <a:r>
              <a:rPr sz="1875" b="1" dirty="0">
                <a:solidFill>
                  <a:srgbClr val="11194A"/>
                </a:solidFill>
              </a:rPr>
              <a:t>Every urgent search restarts from zero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FB77E5-C247-4792-99D7-5C502D93F8EB}"/>
              </a:ext>
            </a:extLst>
          </p:cNvPr>
          <p:cNvSpPr>
            <a:spLocks noGrp="1"/>
          </p:cNvSpPr>
          <p:nvPr/>
        </p:nvSpPr>
        <p:spPr>
          <a:xfrm>
            <a:off x="4514850" y="331470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Prior challenge participants, screening rationale, and relationship history decay across spreadsheets, inboxes, and disconnected systems.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C2783C-5C5E-4889-A93E-3EE1176B59D5}"/>
              </a:ext>
            </a:extLst>
          </p:cNvPr>
          <p:cNvSpPr>
            <a:spLocks noGrp="1"/>
          </p:cNvSpPr>
          <p:nvPr/>
        </p:nvSpPr>
        <p:spPr>
          <a:xfrm>
            <a:off x="4514850" y="459105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Consequence: relationship loss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542CEA-92F2-49E7-8C5F-AE7EE0EA2D65}"/>
              </a:ext>
            </a:extLst>
          </p:cNvPr>
          <p:cNvSpPr>
            <a:spLocks noGrp="1"/>
          </p:cNvSpPr>
          <p:nvPr/>
        </p:nvSpPr>
        <p:spPr>
          <a:xfrm>
            <a:off x="7981950" y="180975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8CBF2-FD87-4F7B-B75A-46B9E0905784}"/>
              </a:ext>
            </a:extLst>
          </p:cNvPr>
          <p:cNvSpPr>
            <a:spLocks noGrp="1"/>
          </p:cNvSpPr>
          <p:nvPr/>
        </p:nvSpPr>
        <p:spPr>
          <a:xfrm>
            <a:off x="8229600" y="20478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UNIVERSITY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F8C1B7-E5D5-44D0-B1A9-599B76BDFD3D}"/>
              </a:ext>
            </a:extLst>
          </p:cNvPr>
          <p:cNvSpPr>
            <a:spLocks noGrp="1"/>
          </p:cNvSpPr>
          <p:nvPr/>
        </p:nvSpPr>
        <p:spPr>
          <a:xfrm>
            <a:off x="8229600" y="2390774"/>
            <a:ext cx="29146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94A"/>
                </a:solidFill>
              </a:defRPr>
            </a:pPr>
            <a:r>
              <a:rPr sz="1875" b="1" dirty="0">
                <a:solidFill>
                  <a:srgbClr val="11194A"/>
                </a:solidFill>
              </a:rPr>
              <a:t>The intervention window closes before the report arrives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454B40-2D9B-4487-AB6F-389184EAB43C}"/>
              </a:ext>
            </a:extLst>
          </p:cNvPr>
          <p:cNvSpPr>
            <a:spLocks noGrp="1"/>
          </p:cNvSpPr>
          <p:nvPr/>
        </p:nvSpPr>
        <p:spPr>
          <a:xfrm>
            <a:off x="8229600" y="331470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Programme and readiness gaps surface across departments while the current cohort cannot wait for a full curriculum cycle.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FEB767-CEE8-478F-9523-6BFA5A86B42B}"/>
              </a:ext>
            </a:extLst>
          </p:cNvPr>
          <p:cNvSpPr>
            <a:spLocks noGrp="1"/>
          </p:cNvSpPr>
          <p:nvPr/>
        </p:nvSpPr>
        <p:spPr>
          <a:xfrm>
            <a:off x="8229600" y="459105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Consequence: time loss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B2F35E-7AF2-4D20-95C7-DEE9A343424D}"/>
              </a:ext>
            </a:extLst>
          </p:cNvPr>
          <p:cNvSpPr>
            <a:spLocks noGrp="1"/>
          </p:cNvSpPr>
          <p:nvPr/>
        </p:nvSpPr>
        <p:spPr>
          <a:xfrm>
            <a:off x="1209675" y="5510212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94A"/>
                </a:solidFill>
              </a:defRPr>
            </a:pPr>
            <a:r>
              <a:rPr lang="en-MY" b="1" dirty="0">
                <a:solidFill>
                  <a:srgbClr val="11194A"/>
                </a:solidFill>
              </a:rPr>
              <a:t>Weakly evidenced     |     U</a:t>
            </a:r>
            <a:r>
              <a:rPr sz="1800" b="1" dirty="0" err="1">
                <a:solidFill>
                  <a:srgbClr val="11194A"/>
                </a:solidFill>
              </a:rPr>
              <a:t>seful</a:t>
            </a:r>
            <a:r>
              <a:rPr sz="1800" b="1" dirty="0">
                <a:solidFill>
                  <a:srgbClr val="11194A"/>
                </a:solidFill>
              </a:rPr>
              <a:t> signals are fragmented</a:t>
            </a:r>
            <a:r>
              <a:rPr lang="en-MY" sz="1800" b="1" dirty="0">
                <a:solidFill>
                  <a:srgbClr val="11194A"/>
                </a:solidFill>
              </a:rPr>
              <a:t>     |    </a:t>
            </a:r>
            <a:r>
              <a:rPr sz="1800" b="1" dirty="0">
                <a:solidFill>
                  <a:srgbClr val="11194A"/>
                </a:solidFill>
              </a:rPr>
              <a:t> </a:t>
            </a:r>
            <a:r>
              <a:rPr lang="en-MY" b="1" dirty="0">
                <a:solidFill>
                  <a:srgbClr val="11194A"/>
                </a:solidFill>
              </a:rPr>
              <a:t>R</a:t>
            </a:r>
            <a:r>
              <a:rPr sz="1800" b="1" dirty="0" err="1">
                <a:solidFill>
                  <a:srgbClr val="11194A"/>
                </a:solidFill>
              </a:rPr>
              <a:t>emembered</a:t>
            </a:r>
            <a:r>
              <a:rPr sz="1800" b="1" dirty="0">
                <a:solidFill>
                  <a:srgbClr val="11194A"/>
                </a:solidFill>
              </a:rPr>
              <a:t> too late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2D2835-2535-45F1-872C-20D5CDA7D8E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1637669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078059A-1E0D-4B54-95B1-92269DE98E4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SHARED FAILURE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9263AF-432E-4AEC-A75D-06C38639083C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Existing tools </a:t>
            </a:r>
            <a:r>
              <a:rPr sz="2700" b="1" dirty="0" err="1">
                <a:solidFill>
                  <a:srgbClr val="11194A"/>
                </a:solidFill>
              </a:rPr>
              <a:t>optimise</a:t>
            </a:r>
            <a:r>
              <a:rPr sz="2700" b="1" dirty="0">
                <a:solidFill>
                  <a:srgbClr val="11194A"/>
                </a:solidFill>
              </a:rPr>
              <a:t> transactions</a:t>
            </a:r>
            <a:r>
              <a:rPr lang="en-MY" sz="2700" b="1" dirty="0">
                <a:solidFill>
                  <a:srgbClr val="11194A"/>
                </a:solidFill>
              </a:rPr>
              <a:t>, </a:t>
            </a:r>
            <a:r>
              <a:rPr lang="en-MY" sz="4400" b="1" dirty="0">
                <a:solidFill>
                  <a:srgbClr val="11194A"/>
                </a:solidFill>
              </a:rPr>
              <a:t>NOT</a:t>
            </a:r>
            <a:r>
              <a:rPr sz="2700" b="1" dirty="0">
                <a:solidFill>
                  <a:srgbClr val="11194A"/>
                </a:solidFill>
              </a:rPr>
              <a:t> continuity between them.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44F2B0-22C2-4B00-857C-DD3B5CDFF7ED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CD4749-62EC-4C7A-930E-483FAD8FCBE0}"/>
              </a:ext>
            </a:extLst>
          </p:cNvPr>
          <p:cNvSpPr>
            <a:spLocks noGrp="1"/>
          </p:cNvSpPr>
          <p:nvPr/>
        </p:nvSpPr>
        <p:spPr>
          <a:xfrm>
            <a:off x="552450" y="1762125"/>
            <a:ext cx="2476500" cy="17907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62B7A-0ED2-4DAD-9990-0714CB3418D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2000" b="1" dirty="0">
                <a:solidFill>
                  <a:srgbClr val="2563EB"/>
                </a:solidFill>
              </a:rPr>
              <a:t>Activity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776AF-A860-4722-9CF6-2395AE7C8A52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2057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27F"/>
                </a:solidFill>
              </a:defRPr>
            </a:pPr>
            <a:r>
              <a:rPr lang="en-MY" sz="1350" dirty="0">
                <a:solidFill>
                  <a:srgbClr val="52627F"/>
                </a:solidFill>
              </a:rPr>
              <a:t>B</a:t>
            </a:r>
            <a:r>
              <a:rPr sz="1350" b="0" dirty="0" err="1">
                <a:solidFill>
                  <a:srgbClr val="52627F"/>
                </a:solidFill>
              </a:rPr>
              <a:t>ecomes</a:t>
            </a:r>
            <a:r>
              <a:rPr sz="1350" b="0" dirty="0">
                <a:solidFill>
                  <a:srgbClr val="52627F"/>
                </a:solidFill>
              </a:rPr>
              <a:t> a résumé claim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CA129-802E-4267-AF81-D5E28152B119}"/>
              </a:ext>
            </a:extLst>
          </p:cNvPr>
          <p:cNvSpPr>
            <a:spLocks noGrp="1"/>
          </p:cNvSpPr>
          <p:nvPr/>
        </p:nvSpPr>
        <p:spPr>
          <a:xfrm>
            <a:off x="3095625" y="24003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5635C2-EE77-47A0-B4EE-0FFC0726CD11}"/>
              </a:ext>
            </a:extLst>
          </p:cNvPr>
          <p:cNvSpPr>
            <a:spLocks noGrp="1"/>
          </p:cNvSpPr>
          <p:nvPr/>
        </p:nvSpPr>
        <p:spPr>
          <a:xfrm>
            <a:off x="3371850" y="1762125"/>
            <a:ext cx="2476500" cy="17907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D5157B-5A40-4747-BAF1-B08A167AEA45}"/>
              </a:ext>
            </a:extLst>
          </p:cNvPr>
          <p:cNvSpPr>
            <a:spLocks noGrp="1"/>
          </p:cNvSpPr>
          <p:nvPr/>
        </p:nvSpPr>
        <p:spPr>
          <a:xfrm>
            <a:off x="3581400" y="20002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2000" b="1" dirty="0">
                <a:solidFill>
                  <a:srgbClr val="2563EB"/>
                </a:solidFill>
              </a:rPr>
              <a:t>Engagement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A6CDA-66D5-446E-9725-7D291BF1F29E}"/>
              </a:ext>
            </a:extLst>
          </p:cNvPr>
          <p:cNvSpPr>
            <a:spLocks noGrp="1"/>
          </p:cNvSpPr>
          <p:nvPr/>
        </p:nvSpPr>
        <p:spPr>
          <a:xfrm>
            <a:off x="3581400" y="2457450"/>
            <a:ext cx="2057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27F"/>
                </a:solidFill>
              </a:defRPr>
            </a:pPr>
            <a:r>
              <a:rPr lang="en-MY" sz="1350" dirty="0">
                <a:solidFill>
                  <a:srgbClr val="52627F"/>
                </a:solidFill>
              </a:rPr>
              <a:t>B</a:t>
            </a:r>
            <a:r>
              <a:rPr sz="1350" b="0" dirty="0" err="1">
                <a:solidFill>
                  <a:srgbClr val="52627F"/>
                </a:solidFill>
              </a:rPr>
              <a:t>ecomes</a:t>
            </a:r>
            <a:r>
              <a:rPr sz="1350" b="0" dirty="0">
                <a:solidFill>
                  <a:srgbClr val="52627F"/>
                </a:solidFill>
              </a:rPr>
              <a:t> an attendance 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DBD0B-FAA7-4BF9-9E25-A81F0AC1E6CA}"/>
              </a:ext>
            </a:extLst>
          </p:cNvPr>
          <p:cNvSpPr>
            <a:spLocks noGrp="1"/>
          </p:cNvSpPr>
          <p:nvPr/>
        </p:nvSpPr>
        <p:spPr>
          <a:xfrm>
            <a:off x="5915025" y="24003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2655A2-14B0-49F5-ABD4-36C00A347CAF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2476500" cy="17907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F2DB8-813B-4F92-B237-B5024902E00F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2000" b="1" dirty="0">
                <a:solidFill>
                  <a:srgbClr val="2563EB"/>
                </a:solidFill>
              </a:rPr>
              <a:t>Hiring feedback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67C1EE-7FF0-4943-82F5-B23F02D116A3}"/>
              </a:ext>
            </a:extLst>
          </p:cNvPr>
          <p:cNvSpPr>
            <a:spLocks noGrp="1"/>
          </p:cNvSpPr>
          <p:nvPr/>
        </p:nvSpPr>
        <p:spPr>
          <a:xfrm>
            <a:off x="6400800" y="2457450"/>
            <a:ext cx="2057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27F"/>
                </a:solidFill>
              </a:defRPr>
            </a:pPr>
            <a:r>
              <a:rPr lang="en-MY" sz="1350" dirty="0">
                <a:solidFill>
                  <a:srgbClr val="52627F"/>
                </a:solidFill>
              </a:rPr>
              <a:t>S</a:t>
            </a:r>
            <a:r>
              <a:rPr sz="1350" b="0" dirty="0" err="1">
                <a:solidFill>
                  <a:srgbClr val="52627F"/>
                </a:solidFill>
              </a:rPr>
              <a:t>tays</a:t>
            </a:r>
            <a:r>
              <a:rPr sz="1350" b="0" dirty="0">
                <a:solidFill>
                  <a:srgbClr val="52627F"/>
                </a:solidFill>
              </a:rPr>
              <a:t> in an ATS or inbox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AD603D-9CD1-441E-AEEF-CAE4787692A3}"/>
              </a:ext>
            </a:extLst>
          </p:cNvPr>
          <p:cNvSpPr>
            <a:spLocks noGrp="1"/>
          </p:cNvSpPr>
          <p:nvPr/>
        </p:nvSpPr>
        <p:spPr>
          <a:xfrm>
            <a:off x="8734425" y="24003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13C2FD-D868-47A0-8A4B-690E5ABBD46F}"/>
              </a:ext>
            </a:extLst>
          </p:cNvPr>
          <p:cNvSpPr>
            <a:spLocks noGrp="1"/>
          </p:cNvSpPr>
          <p:nvPr/>
        </p:nvSpPr>
        <p:spPr>
          <a:xfrm>
            <a:off x="9010650" y="1762125"/>
            <a:ext cx="2476500" cy="17907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081A7C-455C-4989-BD02-974D6AA5B5EF}"/>
              </a:ext>
            </a:extLst>
          </p:cNvPr>
          <p:cNvSpPr>
            <a:spLocks noGrp="1"/>
          </p:cNvSpPr>
          <p:nvPr/>
        </p:nvSpPr>
        <p:spPr>
          <a:xfrm>
            <a:off x="9220200" y="20002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2000" b="1" dirty="0">
                <a:solidFill>
                  <a:srgbClr val="2563EB"/>
                </a:solidFill>
              </a:rPr>
              <a:t>Outcomes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FE5C4C-FF6B-471A-AA98-86C418C0E74F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2057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27F"/>
                </a:solidFill>
              </a:defRPr>
            </a:pPr>
            <a:r>
              <a:rPr lang="en-MY" sz="1350" dirty="0">
                <a:solidFill>
                  <a:srgbClr val="52627F"/>
                </a:solidFill>
              </a:rPr>
              <a:t>A</a:t>
            </a:r>
            <a:r>
              <a:rPr sz="1350" b="0" dirty="0" err="1">
                <a:solidFill>
                  <a:srgbClr val="52627F"/>
                </a:solidFill>
              </a:rPr>
              <a:t>rrive</a:t>
            </a:r>
            <a:r>
              <a:rPr sz="1350" b="0" dirty="0">
                <a:solidFill>
                  <a:srgbClr val="52627F"/>
                </a:solidFill>
              </a:rPr>
              <a:t> in periodic reports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540F5F-78A3-4D19-9A4A-57E73CA75AF3}"/>
              </a:ext>
            </a:extLst>
          </p:cNvPr>
          <p:cNvSpPr>
            <a:spLocks noGrp="1"/>
          </p:cNvSpPr>
          <p:nvPr/>
        </p:nvSpPr>
        <p:spPr>
          <a:xfrm>
            <a:off x="1428750" y="4048125"/>
            <a:ext cx="9334500" cy="1276350"/>
          </a:xfrm>
          <a:prstGeom prst="roundRect">
            <a:avLst>
              <a:gd name="adj" fmla="val 8955"/>
            </a:avLst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60C89B-37A7-4798-8B73-533D7ED67D1D}"/>
              </a:ext>
            </a:extLst>
          </p:cNvPr>
          <p:cNvSpPr>
            <a:spLocks noGrp="1"/>
          </p:cNvSpPr>
          <p:nvPr/>
        </p:nvSpPr>
        <p:spPr>
          <a:xfrm>
            <a:off x="1809750" y="43243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1194A"/>
                </a:solidFill>
              </a:defRPr>
            </a:pPr>
            <a:r>
              <a:rPr sz="2025" b="1">
                <a:solidFill>
                  <a:srgbClr val="11194A"/>
                </a:solidFill>
              </a:rPr>
              <a:t>The next decision begins without the earlier context.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859971-695F-497C-9F3A-0C45ADB6F53F}"/>
              </a:ext>
            </a:extLst>
          </p:cNvPr>
          <p:cNvSpPr>
            <a:spLocks noGrp="1"/>
          </p:cNvSpPr>
          <p:nvPr/>
        </p:nvSpPr>
        <p:spPr>
          <a:xfrm>
            <a:off x="2047875" y="484822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2627F"/>
                </a:solidFill>
              </a:defRPr>
            </a:pPr>
            <a:r>
              <a:rPr sz="1350" b="0">
                <a:solidFill>
                  <a:srgbClr val="52627F"/>
                </a:solidFill>
              </a:rPr>
              <a:t>CareerOS preserves context between transactions; it does not pretend to replace every source system.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DCDADF-B875-4CE8-9CAC-04DF11F44EA0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25021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845FA48-AC9B-4938-86BA-554455D29BC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OPERATING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270ECE-A0E5-439D-AAD0-AAA20EB80CC9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CareerOS converts fragmented signals into a sequence of earlier decisions.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FA1BDD-D393-4E41-835E-CC49377412AC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51D63A-228B-4400-9B96-614358DC3EDB}"/>
              </a:ext>
            </a:extLst>
          </p:cNvPr>
          <p:cNvSpPr>
            <a:spLocks noGrp="1"/>
          </p:cNvSpPr>
          <p:nvPr/>
        </p:nvSpPr>
        <p:spPr>
          <a:xfrm>
            <a:off x="447675" y="2095500"/>
            <a:ext cx="19240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E254F8-EC83-4CEB-B5FF-F68EA1781882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2000" b="1" dirty="0">
                <a:solidFill>
                  <a:srgbClr val="2563EB"/>
                </a:solidFill>
              </a:rPr>
              <a:t>SIGNAL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512716-8CF2-4306-AC5C-99D1BF4E70F9}"/>
              </a:ext>
            </a:extLst>
          </p:cNvPr>
          <p:cNvSpPr>
            <a:spLocks noGrp="1"/>
          </p:cNvSpPr>
          <p:nvPr/>
        </p:nvSpPr>
        <p:spPr>
          <a:xfrm>
            <a:off x="657225" y="281559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Project, application,</a:t>
            </a:r>
          </a:p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demand, outcome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BDA3C-F455-48B6-9234-8EA3132CD4F1}"/>
              </a:ext>
            </a:extLst>
          </p:cNvPr>
          <p:cNvSpPr>
            <a:spLocks noGrp="1"/>
          </p:cNvSpPr>
          <p:nvPr/>
        </p:nvSpPr>
        <p:spPr>
          <a:xfrm>
            <a:off x="2419350" y="2762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24962E-D1F8-493F-AC6F-21D1988E00D5}"/>
              </a:ext>
            </a:extLst>
          </p:cNvPr>
          <p:cNvSpPr>
            <a:spLocks noGrp="1"/>
          </p:cNvSpPr>
          <p:nvPr/>
        </p:nvSpPr>
        <p:spPr>
          <a:xfrm>
            <a:off x="2790825" y="2095500"/>
            <a:ext cx="1924050" cy="1676400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CA7840-D546-4989-B892-BD892BCE56AE}"/>
              </a:ext>
            </a:extLst>
          </p:cNvPr>
          <p:cNvSpPr>
            <a:spLocks noGrp="1"/>
          </p:cNvSpPr>
          <p:nvPr/>
        </p:nvSpPr>
        <p:spPr>
          <a:xfrm>
            <a:off x="296227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4F46E5"/>
                </a:solidFill>
              </a:defRPr>
            </a:pPr>
            <a:r>
              <a:rPr sz="2000" b="1" dirty="0">
                <a:solidFill>
                  <a:srgbClr val="4F46E5"/>
                </a:solidFill>
              </a:rPr>
              <a:t>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6777E6-3103-4B04-8AC5-BA701DD98E60}"/>
              </a:ext>
            </a:extLst>
          </p:cNvPr>
          <p:cNvSpPr>
            <a:spLocks noGrp="1"/>
          </p:cNvSpPr>
          <p:nvPr/>
        </p:nvSpPr>
        <p:spPr>
          <a:xfrm>
            <a:off x="3000375" y="281559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Source, recency,</a:t>
            </a:r>
          </a:p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context, </a:t>
            </a:r>
            <a:r>
              <a:rPr sz="1275" b="0" dirty="0" err="1">
                <a:solidFill>
                  <a:srgbClr val="52627F"/>
                </a:solidFill>
              </a:rPr>
              <a:t>behaviour</a:t>
            </a:r>
            <a:endParaRPr sz="1275" b="0" dirty="0">
              <a:solidFill>
                <a:srgbClr val="52627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4C1548-2A7E-43D7-A9D8-EFF6AAADC29F}"/>
              </a:ext>
            </a:extLst>
          </p:cNvPr>
          <p:cNvSpPr>
            <a:spLocks noGrp="1"/>
          </p:cNvSpPr>
          <p:nvPr/>
        </p:nvSpPr>
        <p:spPr>
          <a:xfrm>
            <a:off x="4762500" y="2762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65CD58-BB0A-4905-959A-C75FFF9C8761}"/>
              </a:ext>
            </a:extLst>
          </p:cNvPr>
          <p:cNvSpPr>
            <a:spLocks noGrp="1"/>
          </p:cNvSpPr>
          <p:nvPr/>
        </p:nvSpPr>
        <p:spPr>
          <a:xfrm>
            <a:off x="5133975" y="2095500"/>
            <a:ext cx="19240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13799E-F5FD-48DA-BCD0-91A327EE6D67}"/>
              </a:ext>
            </a:extLst>
          </p:cNvPr>
          <p:cNvSpPr>
            <a:spLocks noGrp="1"/>
          </p:cNvSpPr>
          <p:nvPr/>
        </p:nvSpPr>
        <p:spPr>
          <a:xfrm>
            <a:off x="530542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2000" b="1" dirty="0">
                <a:solidFill>
                  <a:srgbClr val="2563EB"/>
                </a:solidFill>
              </a:rPr>
              <a:t>DECISION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4B9E6D-A0DD-4BB3-B0BC-7F0F132ACA29}"/>
              </a:ext>
            </a:extLst>
          </p:cNvPr>
          <p:cNvSpPr>
            <a:spLocks noGrp="1"/>
          </p:cNvSpPr>
          <p:nvPr/>
        </p:nvSpPr>
        <p:spPr>
          <a:xfrm>
            <a:off x="5343525" y="281559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Next skill, shortlist,</a:t>
            </a:r>
          </a:p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intervention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851B1-26A2-4295-8EE1-518388D433C4}"/>
              </a:ext>
            </a:extLst>
          </p:cNvPr>
          <p:cNvSpPr>
            <a:spLocks noGrp="1"/>
          </p:cNvSpPr>
          <p:nvPr/>
        </p:nvSpPr>
        <p:spPr>
          <a:xfrm>
            <a:off x="7105650" y="2762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3CD0B-F9FE-4BE4-A660-05C237836FCD}"/>
              </a:ext>
            </a:extLst>
          </p:cNvPr>
          <p:cNvSpPr>
            <a:spLocks noGrp="1"/>
          </p:cNvSpPr>
          <p:nvPr/>
        </p:nvSpPr>
        <p:spPr>
          <a:xfrm>
            <a:off x="7477125" y="2095500"/>
            <a:ext cx="19240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60018D-AC39-4F55-838B-2A134C4D61DF}"/>
              </a:ext>
            </a:extLst>
          </p:cNvPr>
          <p:cNvSpPr>
            <a:spLocks noGrp="1"/>
          </p:cNvSpPr>
          <p:nvPr/>
        </p:nvSpPr>
        <p:spPr>
          <a:xfrm>
            <a:off x="764857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2000" b="1" dirty="0">
                <a:solidFill>
                  <a:srgbClr val="2563EB"/>
                </a:solidFill>
              </a:rPr>
              <a:t>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30D0B-B56B-4333-B134-EDD3AF6A6B1F}"/>
              </a:ext>
            </a:extLst>
          </p:cNvPr>
          <p:cNvSpPr>
            <a:spLocks noGrp="1"/>
          </p:cNvSpPr>
          <p:nvPr/>
        </p:nvSpPr>
        <p:spPr>
          <a:xfrm>
            <a:off x="7686675" y="281559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Practise, apply,</a:t>
            </a:r>
          </a:p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re-engage, assign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45E062-A582-41D4-9E1C-447A09E4FFA4}"/>
              </a:ext>
            </a:extLst>
          </p:cNvPr>
          <p:cNvSpPr>
            <a:spLocks noGrp="1"/>
          </p:cNvSpPr>
          <p:nvPr/>
        </p:nvSpPr>
        <p:spPr>
          <a:xfrm>
            <a:off x="9448800" y="2762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5DEC2C-4483-432B-AE6B-3A7DE12C9A6B}"/>
              </a:ext>
            </a:extLst>
          </p:cNvPr>
          <p:cNvSpPr>
            <a:spLocks noGrp="1"/>
          </p:cNvSpPr>
          <p:nvPr/>
        </p:nvSpPr>
        <p:spPr>
          <a:xfrm>
            <a:off x="9820275" y="2095500"/>
            <a:ext cx="19240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63DC53-F7ED-49A4-972E-149DC2AB4388}"/>
              </a:ext>
            </a:extLst>
          </p:cNvPr>
          <p:cNvSpPr>
            <a:spLocks noGrp="1"/>
          </p:cNvSpPr>
          <p:nvPr/>
        </p:nvSpPr>
        <p:spPr>
          <a:xfrm>
            <a:off x="9991725" y="23241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2000" b="1" dirty="0">
                <a:solidFill>
                  <a:srgbClr val="2563EB"/>
                </a:solidFill>
              </a:rPr>
              <a:t>LEARNING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664338-DE3A-490B-BE9F-82553B828352}"/>
              </a:ext>
            </a:extLst>
          </p:cNvPr>
          <p:cNvSpPr>
            <a:spLocks noGrp="1"/>
          </p:cNvSpPr>
          <p:nvPr/>
        </p:nvSpPr>
        <p:spPr>
          <a:xfrm>
            <a:off x="10010775" y="2815590"/>
            <a:ext cx="1543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Improve the next</a:t>
            </a:r>
          </a:p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decision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B4E8AA-7E10-4F44-8557-CF6EA98779CB}"/>
              </a:ext>
            </a:extLst>
          </p:cNvPr>
          <p:cNvSpPr>
            <a:spLocks noGrp="1"/>
          </p:cNvSpPr>
          <p:nvPr/>
        </p:nvSpPr>
        <p:spPr>
          <a:xfrm>
            <a:off x="1095375" y="4343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Student evidence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49D262-2775-4E03-B059-DFFBDFB09A2C}"/>
              </a:ext>
            </a:extLst>
          </p:cNvPr>
          <p:cNvSpPr>
            <a:spLocks noGrp="1"/>
          </p:cNvSpPr>
          <p:nvPr/>
        </p:nvSpPr>
        <p:spPr>
          <a:xfrm>
            <a:off x="4933950" y="4343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Employer demand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96FAB8-1F00-4AE0-BCA3-699954DCDF83}"/>
              </a:ext>
            </a:extLst>
          </p:cNvPr>
          <p:cNvSpPr>
            <a:spLocks noGrp="1"/>
          </p:cNvSpPr>
          <p:nvPr/>
        </p:nvSpPr>
        <p:spPr>
          <a:xfrm>
            <a:off x="8763000" y="43434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University action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F88558-A984-49DF-8815-1CCE3461D38E}"/>
              </a:ext>
            </a:extLst>
          </p:cNvPr>
          <p:cNvSpPr>
            <a:spLocks noGrp="1"/>
          </p:cNvSpPr>
          <p:nvPr/>
        </p:nvSpPr>
        <p:spPr>
          <a:xfrm>
            <a:off x="1428750" y="5095875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94A"/>
                </a:solidFill>
              </a:defRPr>
            </a:pPr>
            <a:r>
              <a:rPr sz="1575" b="1" dirty="0">
                <a:solidFill>
                  <a:srgbClr val="11194A"/>
                </a:solidFill>
              </a:rPr>
              <a:t>The prototype demonstrates each workspace and selected handoffs. </a:t>
            </a:r>
            <a:endParaRPr lang="en-MY" sz="1575" b="1" dirty="0">
              <a:solidFill>
                <a:srgbClr val="11194A"/>
              </a:solidFill>
            </a:endParaRPr>
          </a:p>
          <a:p>
            <a:pPr algn="ctr">
              <a:defRPr sz="1575" b="1">
                <a:solidFill>
                  <a:srgbClr val="11194A"/>
                </a:solidFill>
              </a:defRPr>
            </a:pPr>
            <a:r>
              <a:rPr sz="1575" b="1" dirty="0">
                <a:solidFill>
                  <a:srgbClr val="11194A"/>
                </a:solidFill>
              </a:rPr>
              <a:t>A live shared network remains future-facing.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BB6616-722C-4A15-8A40-F1E646088EF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31289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857C53A-595A-480F-AE58-7B48F8A47D6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1549F-68DE-408B-AA8C-ED1B7CB9F91E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 Memory turns “I did this” into “Here is what it proves.”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4B488-BFEC-48DA-9D7D-E0F6D0B662D5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B26C26-D704-42C1-A0A8-C8C52DE15B3A}"/>
              </a:ext>
            </a:extLst>
          </p:cNvPr>
          <p:cNvSpPr>
            <a:spLocks noGrp="1"/>
          </p:cNvSpPr>
          <p:nvPr/>
        </p:nvSpPr>
        <p:spPr>
          <a:xfrm>
            <a:off x="533400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742273"/>
            <a:ext cx="6096000" cy="3811604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8781EF-A4BF-41BA-B3A5-912BF23C40DF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PAIN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→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56100-16AA-42BF-8D2A-13516203C79C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Students should not reconstruct their value only when an application opens.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57F7F6-BD40-4EE6-A958-2907358B763E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0EEE3-CEF0-406D-985F-0205BBF71330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A97F53-3B19-468A-9B0E-A88E8E97AF2A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Preserve projects, internships, leadership, events, and achievements.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A149C2-A709-4B4A-8943-17FA19A9E8E0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B5FA5C-4A1F-4AFE-AFA1-931E9554D837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97C7DF-E647-4956-9522-569EFE03A209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Connect each experience to skills and supporting context.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1847F6-A2B6-46D7-A00A-1FF658F7BDF4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1040C8-CA08-4973-8C7E-15EB5848D375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1C7B64-CAA0-4858-92A5-7563C2DFCC14}"/>
              </a:ext>
            </a:extLst>
          </p:cNvPr>
          <p:cNvSpPr>
            <a:spLocks noGrp="1"/>
          </p:cNvSpPr>
          <p:nvPr/>
        </p:nvSpPr>
        <p:spPr>
          <a:xfrm>
            <a:off x="876299" y="4191381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Expose missing proof instead of hiding uncertainty.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7E70AA-A068-4F96-A3E8-1961C1814E1E}"/>
              </a:ext>
            </a:extLst>
          </p:cNvPr>
          <p:cNvSpPr>
            <a:spLocks noGrp="1"/>
          </p:cNvSpPr>
          <p:nvPr/>
        </p:nvSpPr>
        <p:spPr>
          <a:xfrm>
            <a:off x="552450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 err="1">
                <a:solidFill>
                  <a:srgbClr val="2563EB"/>
                </a:solidFill>
              </a:rPr>
              <a:t>Behaviour</a:t>
            </a:r>
            <a:r>
              <a:rPr sz="1200" b="1" dirty="0">
                <a:solidFill>
                  <a:srgbClr val="2563EB"/>
                </a:solidFill>
              </a:rPr>
              <a:t> change: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M</a:t>
            </a:r>
            <a:r>
              <a:rPr sz="1200" b="1" dirty="0" err="1">
                <a:solidFill>
                  <a:srgbClr val="2563EB"/>
                </a:solidFill>
              </a:rPr>
              <a:t>aintain</a:t>
            </a:r>
            <a:r>
              <a:rPr sz="1200" b="1" dirty="0">
                <a:solidFill>
                  <a:srgbClr val="2563EB"/>
                </a:solidFill>
              </a:rPr>
              <a:t> reusable evidence continuously.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FDFCD4-8AA6-4793-9B8A-64C835F53513}"/>
              </a:ext>
            </a:extLst>
          </p:cNvPr>
          <p:cNvSpPr>
            <a:spLocks noGrp="1"/>
          </p:cNvSpPr>
          <p:nvPr/>
        </p:nvSpPr>
        <p:spPr>
          <a:xfrm>
            <a:off x="9810750" y="21526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933844-F9EE-4E4F-B0C9-D43BAB291391}"/>
              </a:ext>
            </a:extLst>
          </p:cNvPr>
          <p:cNvSpPr>
            <a:spLocks noGrp="1"/>
          </p:cNvSpPr>
          <p:nvPr/>
        </p:nvSpPr>
        <p:spPr>
          <a:xfrm>
            <a:off x="9906000" y="41814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6BA0B3-E535-40F2-B095-6322EDD59B6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F7F707-5891-49F0-9C8F-96FCB0C7386E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21050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0F766E"/>
                </a:solidFill>
              </a:defRPr>
            </a:pPr>
            <a:endParaRPr sz="825" b="1" dirty="0">
              <a:solidFill>
                <a:srgbClr val="0F76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73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8572510-E207-430A-958D-DB79575BC78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DIRECTION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372C61-4B3A-4585-97D5-2AC925E27B73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The Data Science degree becomes a starting signal</a:t>
            </a:r>
            <a:r>
              <a:rPr lang="en-MY" sz="2700" b="1" dirty="0">
                <a:solidFill>
                  <a:srgbClr val="11194A"/>
                </a:solidFill>
              </a:rPr>
              <a:t>, </a:t>
            </a:r>
            <a:r>
              <a:rPr sz="2700" b="1" dirty="0">
                <a:solidFill>
                  <a:srgbClr val="11194A"/>
                </a:solidFill>
              </a:rPr>
              <a:t>not a career boundary.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49968-ED7A-4D7E-B2E4-4625C5ABCFF0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629B7B-18A9-4C7D-A060-EFCE44DD2430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42273"/>
            <a:ext cx="6096000" cy="3811604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D1DD00-5112-40CD-8D85-728C92829C24}"/>
              </a:ext>
            </a:extLst>
          </p:cNvPr>
          <p:cNvSpPr>
            <a:spLocks noGrp="1"/>
          </p:cNvSpPr>
          <p:nvPr/>
        </p:nvSpPr>
        <p:spPr>
          <a:xfrm>
            <a:off x="7191375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EVIDENCE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→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DIRECTION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8FA68-FE56-464A-930C-95B31F01DFC7}"/>
              </a:ext>
            </a:extLst>
          </p:cNvPr>
          <p:cNvSpPr>
            <a:spLocks noGrp="1"/>
          </p:cNvSpPr>
          <p:nvPr/>
        </p:nvSpPr>
        <p:spPr>
          <a:xfrm>
            <a:off x="7191375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Career Intelligence interprets existing proof against adjacent paths and gaps.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BBF520-4007-459F-83E4-ED3DD7782E23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2E4D39-5460-48FD-8705-E8A5A74B549E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783D42-1B98-417F-891E-8FE47803F5D4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Reveal transferable evidence and adjacent career options.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DD63CF-39AF-41AE-A29D-5E5D9D048FDA}"/>
              </a:ext>
            </a:extLst>
          </p:cNvPr>
          <p:cNvSpPr>
            <a:spLocks noGrp="1"/>
          </p:cNvSpPr>
          <p:nvPr/>
        </p:nvSpPr>
        <p:spPr>
          <a:xfrm>
            <a:off x="7191375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63EBDE-FF54-407B-95F6-1E62BD66F29E}"/>
              </a:ext>
            </a:extLst>
          </p:cNvPr>
          <p:cNvSpPr>
            <a:spLocks noGrp="1"/>
          </p:cNvSpPr>
          <p:nvPr/>
        </p:nvSpPr>
        <p:spPr>
          <a:xfrm>
            <a:off x="7191375" y="3640074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DECEA6-3C25-4D23-B3D7-BDC54ED34042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Prioritise one missing skill or proof point.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9A9320-B879-48C8-B03B-A418CF6B88FC}"/>
              </a:ext>
            </a:extLst>
          </p:cNvPr>
          <p:cNvSpPr>
            <a:spLocks noGrp="1"/>
          </p:cNvSpPr>
          <p:nvPr/>
        </p:nvSpPr>
        <p:spPr>
          <a:xfrm>
            <a:off x="7191375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75A59C-4EF6-4B9F-8686-FA0A1C819AC1}"/>
              </a:ext>
            </a:extLst>
          </p:cNvPr>
          <p:cNvSpPr>
            <a:spLocks noGrp="1"/>
          </p:cNvSpPr>
          <p:nvPr/>
        </p:nvSpPr>
        <p:spPr>
          <a:xfrm>
            <a:off x="7191375" y="42195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1DB6A-FB45-4D7F-A1D1-5743EE5BF717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Connect the gap to learning or market action.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9F9E16-BCC9-4DAC-B5F7-5B02B88A1317}"/>
              </a:ext>
            </a:extLst>
          </p:cNvPr>
          <p:cNvSpPr>
            <a:spLocks noGrp="1"/>
          </p:cNvSpPr>
          <p:nvPr/>
        </p:nvSpPr>
        <p:spPr>
          <a:xfrm>
            <a:off x="7191375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Designed impact: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C</a:t>
            </a:r>
            <a:r>
              <a:rPr sz="1200" b="1" dirty="0" err="1">
                <a:solidFill>
                  <a:srgbClr val="2563EB"/>
                </a:solidFill>
              </a:rPr>
              <a:t>learer</a:t>
            </a:r>
            <a:r>
              <a:rPr sz="1200" b="1" dirty="0">
                <a:solidFill>
                  <a:srgbClr val="2563EB"/>
                </a:solidFill>
              </a:rPr>
              <a:t> choices and less degree lock-in.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810927-E8B2-4A0B-8431-0886CA3DFDFB}"/>
              </a:ext>
            </a:extLst>
          </p:cNvPr>
          <p:cNvSpPr>
            <a:spLocks noGrp="1"/>
          </p:cNvSpPr>
          <p:nvPr/>
        </p:nvSpPr>
        <p:spPr>
          <a:xfrm>
            <a:off x="3981450" y="370522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endParaRPr sz="825" b="1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B3D52B-375F-4343-9597-0185410FDB0D}"/>
              </a:ext>
            </a:extLst>
          </p:cNvPr>
          <p:cNvSpPr>
            <a:spLocks noGrp="1"/>
          </p:cNvSpPr>
          <p:nvPr/>
        </p:nvSpPr>
        <p:spPr>
          <a:xfrm>
            <a:off x="5410200" y="45148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8A198B-4183-45DE-B863-8F27FC717379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104688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C0696FF-A9FE-420F-A445-96A5B71DE12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A504CA-898A-4829-9448-68609AE5A128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Guidance matters only when it ends in a visible next action.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271101-64DC-42D5-A60C-76BA5BE17620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780423-CAF7-4F74-A2A4-C72B2ECE36DA}"/>
              </a:ext>
            </a:extLst>
          </p:cNvPr>
          <p:cNvSpPr>
            <a:spLocks noGrp="1"/>
          </p:cNvSpPr>
          <p:nvPr/>
        </p:nvSpPr>
        <p:spPr>
          <a:xfrm>
            <a:off x="533400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742273"/>
            <a:ext cx="6096000" cy="3811604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2CA530-0BBA-4068-9D25-5F454A434A5B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DIRECTION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→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71E992-2E3C-4413-B114-E19A8E76B6FB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Opportunities and applications operationalise the student's next decision.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4C3A4E-B53F-4A16-BD89-11DFA96655F8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F3D84D-7689-4C20-9240-EDB5768156A0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CD1944-4779-484D-82AD-72753BE52630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Explain why an opportunity fits—and what evidence is missing.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54D684-C625-4F5C-8573-8A2FA4861F6E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C3E6E1-B2FB-4273-8DE0-ED5AEA14ACFB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DD60B-0834-4D7C-984B-BA63A36115EC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Save, apply, prepare, or build the needed skill.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D09805-9682-400E-9921-3865247FC5FE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4FB07-ACF1-4F7A-B13A-39D35C464475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33C7A1-A436-46E5-880F-F678E50068CF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Preserve status and follow-up instead of losing momentum.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30037C-74B5-4073-B278-956F2F3F8663}"/>
              </a:ext>
            </a:extLst>
          </p:cNvPr>
          <p:cNvSpPr>
            <a:spLocks noGrp="1"/>
          </p:cNvSpPr>
          <p:nvPr/>
        </p:nvSpPr>
        <p:spPr>
          <a:xfrm>
            <a:off x="552450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 err="1">
                <a:solidFill>
                  <a:srgbClr val="2563EB"/>
                </a:solidFill>
              </a:rPr>
              <a:t>Behaviour</a:t>
            </a:r>
            <a:r>
              <a:rPr sz="1200" b="1" dirty="0">
                <a:solidFill>
                  <a:srgbClr val="2563EB"/>
                </a:solidFill>
              </a:rPr>
              <a:t> change: 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A</a:t>
            </a:r>
            <a:r>
              <a:rPr sz="1200" b="1" dirty="0" err="1">
                <a:solidFill>
                  <a:srgbClr val="2563EB"/>
                </a:solidFill>
              </a:rPr>
              <a:t>dvice</a:t>
            </a:r>
            <a:r>
              <a:rPr sz="1200" b="1" dirty="0">
                <a:solidFill>
                  <a:srgbClr val="2563EB"/>
                </a:solidFill>
              </a:rPr>
              <a:t> becomes a commitment.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B7495-C171-4622-BE54-28C66294CA48}"/>
              </a:ext>
            </a:extLst>
          </p:cNvPr>
          <p:cNvSpPr>
            <a:spLocks noGrp="1"/>
          </p:cNvSpPr>
          <p:nvPr/>
        </p:nvSpPr>
        <p:spPr>
          <a:xfrm>
            <a:off x="8810625" y="389572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B481D9-B97D-43A0-AB0B-387D703C2BB8}"/>
              </a:ext>
            </a:extLst>
          </p:cNvPr>
          <p:cNvSpPr>
            <a:spLocks noGrp="1"/>
          </p:cNvSpPr>
          <p:nvPr/>
        </p:nvSpPr>
        <p:spPr>
          <a:xfrm>
            <a:off x="10048875" y="47053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endParaRPr sz="825" b="1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813EF1-4521-4B21-9FD4-459074927EFC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7DFE19-3349-4FA3-BD6C-7F28586044F6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167163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0F766E"/>
                </a:solidFill>
              </a:defRPr>
            </a:pPr>
            <a:endParaRPr sz="825" b="1" dirty="0">
              <a:solidFill>
                <a:srgbClr val="0F76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5171F7F-3C56-4B35-8CAA-DF33672B958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PREPARATION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ED77D8-EC5F-4C64-9279-012A0452B432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Ask from intent, then practise the moment that matters.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451762-ABC9-4048-93BC-36124E1BF6CD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08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22303B-E8C2-4011-B28C-9F265F745BBF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42273"/>
            <a:ext cx="6096000" cy="3811604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8727A9-BB2D-4AA7-8E78-B05476562455}"/>
              </a:ext>
            </a:extLst>
          </p:cNvPr>
          <p:cNvSpPr>
            <a:spLocks noGrp="1"/>
          </p:cNvSpPr>
          <p:nvPr/>
        </p:nvSpPr>
        <p:spPr>
          <a:xfrm>
            <a:off x="7191375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INTENT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→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PREPARATION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B6E13F-25D0-4212-B6D8-7D9E86088D9B}"/>
              </a:ext>
            </a:extLst>
          </p:cNvPr>
          <p:cNvSpPr>
            <a:spLocks noGrp="1"/>
          </p:cNvSpPr>
          <p:nvPr/>
        </p:nvSpPr>
        <p:spPr>
          <a:xfrm>
            <a:off x="7191375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The Companion reduces navigation while practice turns guidance into rehearsal.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749B57-6753-41AB-A174-CAB5645E4E3E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92A1B1-EC5B-416A-82AA-A703F9BB2CC8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62781B-37AD-4212-85BB-D8D267D34A70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Interpret the student's question in CareerOS context.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140A93-DDC7-4169-90C9-13F418482D2A}"/>
              </a:ext>
            </a:extLst>
          </p:cNvPr>
          <p:cNvSpPr>
            <a:spLocks noGrp="1"/>
          </p:cNvSpPr>
          <p:nvPr/>
        </p:nvSpPr>
        <p:spPr>
          <a:xfrm>
            <a:off x="7191375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2F7B5C-C417-4B53-9984-0F067FFF85ED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1D9E18-97B6-4B8D-B932-563C2F782EFC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Route to evidence, opportunity, or preparation.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71CC52-5FB3-4702-8181-7316E9B78523}"/>
              </a:ext>
            </a:extLst>
          </p:cNvPr>
          <p:cNvSpPr>
            <a:spLocks noGrp="1"/>
          </p:cNvSpPr>
          <p:nvPr/>
        </p:nvSpPr>
        <p:spPr>
          <a:xfrm>
            <a:off x="7191375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8890EA-A406-4C11-AB4C-C51B59B03483}"/>
              </a:ext>
            </a:extLst>
          </p:cNvPr>
          <p:cNvSpPr>
            <a:spLocks noGrp="1"/>
          </p:cNvSpPr>
          <p:nvPr/>
        </p:nvSpPr>
        <p:spPr>
          <a:xfrm>
            <a:off x="7191375" y="4237482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BF696A-A438-49B7-88A4-448553BCF32A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Practise for a role without learning the product's information architecture.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1090E9-0146-42CA-8E6F-BEA1E2D9E478}"/>
              </a:ext>
            </a:extLst>
          </p:cNvPr>
          <p:cNvSpPr>
            <a:spLocks noGrp="1"/>
          </p:cNvSpPr>
          <p:nvPr/>
        </p:nvSpPr>
        <p:spPr>
          <a:xfrm>
            <a:off x="7191375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b="1" dirty="0">
                <a:solidFill>
                  <a:srgbClr val="2563EB"/>
                </a:solidFill>
              </a:rPr>
              <a:t>Expected impact: </a:t>
            </a:r>
            <a:endParaRPr lang="en-MY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F</a:t>
            </a:r>
            <a:r>
              <a:rPr sz="1200" b="1" dirty="0">
                <a:solidFill>
                  <a:srgbClr val="2563EB"/>
                </a:solidFill>
              </a:rPr>
              <a:t>aster movement from uncertainty to preparation.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F6B5E6-9ED9-46D7-8FB3-0B6E0EAB55D0}"/>
              </a:ext>
            </a:extLst>
          </p:cNvPr>
          <p:cNvSpPr>
            <a:spLocks noGrp="1"/>
          </p:cNvSpPr>
          <p:nvPr/>
        </p:nvSpPr>
        <p:spPr>
          <a:xfrm>
            <a:off x="4362450" y="43719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69ED35-F0C4-4C03-87A5-C6F8D31A7553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30DFA5-3FD9-44A3-B51E-0B5132EBB715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142398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B45309"/>
                </a:solidFill>
              </a:defRPr>
            </a:pPr>
            <a:endParaRPr sz="825" b="1" dirty="0">
              <a:solidFill>
                <a:srgbClr val="B453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12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B491225-7025-4E55-A959-FF983BDFA68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STUDENT • RETENTION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EE2679-3FBC-4CF4-9261-72623E81F336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CareerOS gives students reasons to return between applications.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BB071F-A4EA-444A-9F50-47DEAFB00F00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09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9DF99D-E9C0-4901-A06E-0C75B8ED1169}"/>
              </a:ext>
            </a:extLst>
          </p:cNvPr>
          <p:cNvSpPr>
            <a:spLocks noGrp="1"/>
          </p:cNvSpPr>
          <p:nvPr/>
        </p:nvSpPr>
        <p:spPr>
          <a:xfrm>
            <a:off x="533400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742273"/>
            <a:ext cx="6096000" cy="3811604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F06E33-9769-418A-8685-3CA1B138E73A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SETBACK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→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RETURN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3C872-2DE8-4155-8863-815FFDBEF71E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Community, mentorship, and learning can extend the relationship beyond vacancy browsing.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A031A7-ACF9-42A2-8818-13E31D2DD96C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F877C-225E-46B6-834A-AC75E9A329F3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73B48C-F7DD-401D-8A0C-BE9FCC5263D1}"/>
              </a:ext>
            </a:extLst>
          </p:cNvPr>
          <p:cNvSpPr>
            <a:spLocks noGrp="1"/>
          </p:cNvSpPr>
          <p:nvPr/>
        </p:nvSpPr>
        <p:spPr>
          <a:xfrm>
            <a:off x="876300" y="2938653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 err="1">
                <a:solidFill>
                  <a:srgbClr val="52627F"/>
                </a:solidFill>
              </a:rPr>
              <a:t>Normalise</a:t>
            </a:r>
            <a:r>
              <a:rPr sz="1275" b="0" dirty="0">
                <a:solidFill>
                  <a:srgbClr val="52627F"/>
                </a:solidFill>
              </a:rPr>
              <a:t> rejection and uncertainty through relevant peers.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EAEA64-EB1C-4FE3-93FA-1542009FBC8F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6CD2CD-FBA4-40A3-BE6D-6BF7159E2287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86F161-D695-4445-83CD-619FBDC2B2C1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Find targeted support, advice, or mentorship.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7D273A-239C-4CD0-8378-9CE3A329F78D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1B42B5-CEDD-4818-B4F3-DD3ECBCAD284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75BC76-5120-4BDF-AB2A-E60D8599D349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Turn new activity into future Career Memory evidence.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9512FF-A20E-4822-B177-82A4EADDEAA7}"/>
              </a:ext>
            </a:extLst>
          </p:cNvPr>
          <p:cNvSpPr>
            <a:spLocks noGrp="1"/>
          </p:cNvSpPr>
          <p:nvPr/>
        </p:nvSpPr>
        <p:spPr>
          <a:xfrm>
            <a:off x="552450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Designed impact: 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C</a:t>
            </a:r>
            <a:r>
              <a:rPr sz="1200" b="1" dirty="0" err="1">
                <a:solidFill>
                  <a:srgbClr val="2563EB"/>
                </a:solidFill>
              </a:rPr>
              <a:t>ontinued</a:t>
            </a:r>
            <a:r>
              <a:rPr sz="1200" b="1" dirty="0">
                <a:solidFill>
                  <a:srgbClr val="2563EB"/>
                </a:solidFill>
              </a:rPr>
              <a:t> evidence-building</a:t>
            </a:r>
            <a:r>
              <a:rPr lang="en-MY" sz="1200" b="1" dirty="0">
                <a:solidFill>
                  <a:srgbClr val="2563EB"/>
                </a:solidFill>
              </a:rPr>
              <a:t>, </a:t>
            </a:r>
            <a:r>
              <a:rPr sz="1200" b="1" dirty="0">
                <a:solidFill>
                  <a:srgbClr val="2563EB"/>
                </a:solidFill>
              </a:rPr>
              <a:t>not measured retention.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A92B59-1E7B-4D2D-A5DA-EA4A3DE0AC63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09B32E-EBE8-4177-AAF7-0A2CE40912F0}"/>
              </a:ext>
            </a:extLst>
          </p:cNvPr>
          <p:cNvSpPr>
            <a:spLocks noGrp="1"/>
          </p:cNvSpPr>
          <p:nvPr/>
        </p:nvSpPr>
        <p:spPr>
          <a:xfrm>
            <a:off x="9286875" y="6438900"/>
            <a:ext cx="1962150" cy="2381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0734F-435A-47A8-94F1-769EEEB20BC5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1733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Community demo • loop future</a:t>
            </a:r>
          </a:p>
        </p:txBody>
      </p:sp>
    </p:spTree>
    <p:extLst>
      <p:ext uri="{BB962C8B-B14F-4D97-AF65-F5344CB8AC3E}">
        <p14:creationId xmlns:p14="http://schemas.microsoft.com/office/powerpoint/2010/main" val="1456691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764E69F-CA74-4DF5-A421-AF1AD79585A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EMPLOYER • DECISION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A6C520-47DA-4E9C-860B-2B009A1C693D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Employers need evidence and history</a:t>
            </a:r>
            <a:r>
              <a:rPr lang="en-MY" sz="2700" b="1" dirty="0">
                <a:solidFill>
                  <a:srgbClr val="11194A"/>
                </a:solidFill>
              </a:rPr>
              <a:t>, </a:t>
            </a:r>
            <a:r>
              <a:rPr lang="en-MY" sz="4400" b="1" dirty="0">
                <a:solidFill>
                  <a:srgbClr val="11194A"/>
                </a:solidFill>
              </a:rPr>
              <a:t>NOT</a:t>
            </a:r>
            <a:r>
              <a:rPr sz="2700" b="1" dirty="0">
                <a:solidFill>
                  <a:srgbClr val="11194A"/>
                </a:solidFill>
              </a:rPr>
              <a:t> another candidate database.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8DE144-E2E3-4CD5-B518-1ED44D21E4F2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11E870-59E4-4421-851E-654BF8189561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44767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58FA93-86D5-43E0-AE60-A5C3D5C7C200}"/>
              </a:ext>
            </a:extLst>
          </p:cNvPr>
          <p:cNvSpPr>
            <a:spLocks noGrp="1"/>
          </p:cNvSpPr>
          <p:nvPr/>
        </p:nvSpPr>
        <p:spPr>
          <a:xfrm>
            <a:off x="838200" y="18288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THE CURRENT FAILURE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AED56F-4CAE-40ED-93E1-FD6E2ED2B9A7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37147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94A"/>
                </a:solidFill>
              </a:defRPr>
            </a:pPr>
            <a:r>
              <a:rPr sz="2250" b="1">
                <a:solidFill>
                  <a:srgbClr val="11194A"/>
                </a:solidFill>
              </a:rPr>
              <a:t>Early-talent decisions are weakest when every search starts from CV claims and zero context.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CDF2DC-DF88-4F80-9478-27E49D5E4634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27F"/>
                </a:solidFill>
              </a:defRPr>
            </a:pPr>
            <a:r>
              <a:rPr sz="1350" b="0">
                <a:solidFill>
                  <a:srgbClr val="52627F"/>
                </a:solidFill>
              </a:rPr>
              <a:t>Similar claims • limited work history • lost event context • urgent sourcing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2EEF0A-675E-4725-8877-F0CAD1EFC1E7}"/>
              </a:ext>
            </a:extLst>
          </p:cNvPr>
          <p:cNvSpPr>
            <a:spLocks noGrp="1"/>
          </p:cNvSpPr>
          <p:nvPr/>
        </p:nvSpPr>
        <p:spPr>
          <a:xfrm>
            <a:off x="5429250" y="1524000"/>
            <a:ext cx="6210300" cy="4095750"/>
          </a:xfrm>
          <a:prstGeom prst="roundRect">
            <a:avLst>
              <a:gd name="adj" fmla="val 2791"/>
            </a:avLst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676619-3547-46A7-953A-6863E8D3D0F7}"/>
              </a:ext>
            </a:extLst>
          </p:cNvPr>
          <p:cNvSpPr>
            <a:spLocks noGrp="1"/>
          </p:cNvSpPr>
          <p:nvPr/>
        </p:nvSpPr>
        <p:spPr>
          <a:xfrm>
            <a:off x="5772150" y="1774698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 dirty="0">
                <a:solidFill>
                  <a:srgbClr val="2563EB"/>
                </a:solidFill>
              </a:rPr>
              <a:t>THE CAREEROS EMPLOYER 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1D5C1D-92EE-4F17-A93A-866FA982EF26}"/>
              </a:ext>
            </a:extLst>
          </p:cNvPr>
          <p:cNvSpPr>
            <a:spLocks noGrp="1"/>
          </p:cNvSpPr>
          <p:nvPr/>
        </p:nvSpPr>
        <p:spPr>
          <a:xfrm>
            <a:off x="5772150" y="2202942"/>
            <a:ext cx="4953000" cy="400050"/>
          </a:xfrm>
          <a:prstGeom prst="roundRect">
            <a:avLst>
              <a:gd name="adj" fmla="val 19048"/>
            </a:avLst>
          </a:prstGeom>
          <a:solidFill>
            <a:srgbClr val="F8FA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7EDD3B-30AB-4EE5-B61A-A6B2310BA001}"/>
              </a:ext>
            </a:extLst>
          </p:cNvPr>
          <p:cNvSpPr>
            <a:spLocks noGrp="1"/>
          </p:cNvSpPr>
          <p:nvPr/>
        </p:nvSpPr>
        <p:spPr>
          <a:xfrm>
            <a:off x="5900737" y="2269617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94A"/>
                </a:solidFill>
              </a:defRPr>
            </a:pPr>
            <a:r>
              <a:rPr sz="1275" b="0" dirty="0">
                <a:solidFill>
                  <a:srgbClr val="11194A"/>
                </a:solidFill>
              </a:rPr>
              <a:t>Need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DD9DC0-DC4E-4DAD-B423-B7CE9253C4E5}"/>
              </a:ext>
            </a:extLst>
          </p:cNvPr>
          <p:cNvSpPr>
            <a:spLocks noGrp="1"/>
          </p:cNvSpPr>
          <p:nvPr/>
        </p:nvSpPr>
        <p:spPr>
          <a:xfrm>
            <a:off x="5772150" y="2783967"/>
            <a:ext cx="4953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7DCF5F-4CC3-484C-AABE-CF0AC5986B39}"/>
              </a:ext>
            </a:extLst>
          </p:cNvPr>
          <p:cNvSpPr>
            <a:spLocks noGrp="1"/>
          </p:cNvSpPr>
          <p:nvPr/>
        </p:nvSpPr>
        <p:spPr>
          <a:xfrm>
            <a:off x="5900737" y="2831592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F46E5"/>
                </a:solidFill>
              </a:defRPr>
            </a:pPr>
            <a:r>
              <a:rPr sz="1275" b="1" dirty="0">
                <a:solidFill>
                  <a:srgbClr val="4F46E5"/>
                </a:solidFill>
              </a:rPr>
              <a:t>Evidence-backed discovery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078C4C-264F-40A4-B5F2-EE920E5562D3}"/>
              </a:ext>
            </a:extLst>
          </p:cNvPr>
          <p:cNvSpPr>
            <a:spLocks noGrp="1"/>
          </p:cNvSpPr>
          <p:nvPr/>
        </p:nvSpPr>
        <p:spPr>
          <a:xfrm>
            <a:off x="5772150" y="3364992"/>
            <a:ext cx="4953000" cy="400050"/>
          </a:xfrm>
          <a:prstGeom prst="roundRect">
            <a:avLst>
              <a:gd name="adj" fmla="val 19048"/>
            </a:avLst>
          </a:prstGeom>
          <a:solidFill>
            <a:srgbClr val="F8FA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D0623B-8491-4A50-9334-575076D6A978}"/>
              </a:ext>
            </a:extLst>
          </p:cNvPr>
          <p:cNvSpPr>
            <a:spLocks noGrp="1"/>
          </p:cNvSpPr>
          <p:nvPr/>
        </p:nvSpPr>
        <p:spPr>
          <a:xfrm>
            <a:off x="5900737" y="3412617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94A"/>
                </a:solidFill>
              </a:defRPr>
            </a:pPr>
            <a:r>
              <a:rPr sz="1275" b="0" dirty="0">
                <a:solidFill>
                  <a:srgbClr val="11194A"/>
                </a:solidFill>
              </a:rPr>
              <a:t>Targeted validation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4FAA77-515D-4D33-9C96-0133BF994AB4}"/>
              </a:ext>
            </a:extLst>
          </p:cNvPr>
          <p:cNvSpPr>
            <a:spLocks noGrp="1"/>
          </p:cNvSpPr>
          <p:nvPr/>
        </p:nvSpPr>
        <p:spPr>
          <a:xfrm>
            <a:off x="5772150" y="3946017"/>
            <a:ext cx="4953000" cy="400050"/>
          </a:xfrm>
          <a:prstGeom prst="roundRect">
            <a:avLst>
              <a:gd name="adj" fmla="val 19048"/>
            </a:avLst>
          </a:prstGeom>
          <a:solidFill>
            <a:srgbClr val="F8FA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CEB59C-5B99-4D97-8607-4E2D68D3A647}"/>
              </a:ext>
            </a:extLst>
          </p:cNvPr>
          <p:cNvSpPr>
            <a:spLocks noGrp="1"/>
          </p:cNvSpPr>
          <p:nvPr/>
        </p:nvSpPr>
        <p:spPr>
          <a:xfrm>
            <a:off x="5943600" y="3993642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94A"/>
                </a:solidFill>
              </a:defRPr>
            </a:pPr>
            <a:r>
              <a:rPr sz="1275" b="0" dirty="0">
                <a:solidFill>
                  <a:srgbClr val="11194A"/>
                </a:solidFill>
              </a:rPr>
              <a:t>Decision history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441339B-3C0C-4DDC-B61E-080510993527}"/>
              </a:ext>
            </a:extLst>
          </p:cNvPr>
          <p:cNvSpPr>
            <a:spLocks noGrp="1"/>
          </p:cNvSpPr>
          <p:nvPr/>
        </p:nvSpPr>
        <p:spPr>
          <a:xfrm>
            <a:off x="5772150" y="4527042"/>
            <a:ext cx="4953000" cy="400050"/>
          </a:xfrm>
          <a:prstGeom prst="roundRect">
            <a:avLst>
              <a:gd name="adj" fmla="val 19048"/>
            </a:avLst>
          </a:prstGeom>
          <a:solidFill>
            <a:srgbClr val="F8FA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E6EA81-3A9D-4A66-95A9-B8DCBB04BA74}"/>
              </a:ext>
            </a:extLst>
          </p:cNvPr>
          <p:cNvSpPr>
            <a:spLocks noGrp="1"/>
          </p:cNvSpPr>
          <p:nvPr/>
        </p:nvSpPr>
        <p:spPr>
          <a:xfrm>
            <a:off x="5943600" y="4565142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94A"/>
                </a:solidFill>
              </a:defRPr>
            </a:pPr>
            <a:r>
              <a:rPr sz="1275" b="0" dirty="0">
                <a:solidFill>
                  <a:srgbClr val="11194A"/>
                </a:solidFill>
              </a:rPr>
              <a:t>Reusable pipeline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472494-4480-48D5-97E1-B5CD3C945B5E}"/>
              </a:ext>
            </a:extLst>
          </p:cNvPr>
          <p:cNvSpPr>
            <a:spLocks noGrp="1"/>
          </p:cNvSpPr>
          <p:nvPr/>
        </p:nvSpPr>
        <p:spPr>
          <a:xfrm>
            <a:off x="5772150" y="5062538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 err="1">
                <a:solidFill>
                  <a:srgbClr val="2563EB"/>
                </a:solidFill>
              </a:rPr>
              <a:t>Behaviour</a:t>
            </a:r>
            <a:r>
              <a:rPr sz="1200" b="1" dirty="0">
                <a:solidFill>
                  <a:srgbClr val="2563EB"/>
                </a:solidFill>
              </a:rPr>
              <a:t> change: 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A</a:t>
            </a:r>
            <a:r>
              <a:rPr sz="1200" b="1" dirty="0" err="1">
                <a:solidFill>
                  <a:srgbClr val="2563EB"/>
                </a:solidFill>
              </a:rPr>
              <a:t>sk</a:t>
            </a:r>
            <a:r>
              <a:rPr sz="1200" b="1" dirty="0">
                <a:solidFill>
                  <a:srgbClr val="2563EB"/>
                </a:solidFill>
              </a:rPr>
              <a:t> what supports fit</a:t>
            </a:r>
            <a:r>
              <a:rPr lang="en-MY" sz="1200" b="1" dirty="0">
                <a:solidFill>
                  <a:srgbClr val="2563EB"/>
                </a:solidFill>
              </a:rPr>
              <a:t> </a:t>
            </a:r>
            <a:r>
              <a:rPr sz="1200" b="1" dirty="0">
                <a:solidFill>
                  <a:srgbClr val="2563EB"/>
                </a:solidFill>
              </a:rPr>
              <a:t>and what must be validated.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C2A74A-7739-4453-999C-EDB34A4D988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482517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08343ED-65A8-4AC3-AF82-06D3DBE889F3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EMPLOYER • DISCOVERY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F4F035-32F5-4EB6-A282-E42929578C4F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A match should explain the evidence</a:t>
            </a:r>
            <a:r>
              <a:rPr lang="en-MY" sz="2700" b="1" dirty="0">
                <a:solidFill>
                  <a:srgbClr val="11194A"/>
                </a:solidFill>
              </a:rPr>
              <a:t> </a:t>
            </a:r>
            <a:r>
              <a:rPr sz="2700" b="1" dirty="0">
                <a:solidFill>
                  <a:srgbClr val="11194A"/>
                </a:solidFill>
              </a:rPr>
              <a:t>and the uncertainty.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61B7B9-B197-441D-B6BA-A23EECE7E562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9982A7-D4E2-460A-A6AB-332B133FC84A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43075"/>
            <a:ext cx="6096000" cy="381000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FBC0BD-000D-4138-9283-34652B1382C7}"/>
              </a:ext>
            </a:extLst>
          </p:cNvPr>
          <p:cNvSpPr>
            <a:spLocks noGrp="1"/>
          </p:cNvSpPr>
          <p:nvPr/>
        </p:nvSpPr>
        <p:spPr>
          <a:xfrm>
            <a:off x="7191375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NEED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→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EXPLAINABLE FIT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B951A3-F642-441C-B4C7-A226EE18A7A3}"/>
              </a:ext>
            </a:extLst>
          </p:cNvPr>
          <p:cNvSpPr>
            <a:spLocks noGrp="1"/>
          </p:cNvSpPr>
          <p:nvPr/>
        </p:nvSpPr>
        <p:spPr>
          <a:xfrm>
            <a:off x="7191375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Talent Discovery reframes ranking as an evidence-led validation plan.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7C88C9-E84A-4F4C-9A01-FE4B492EEE9F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131EBA-5518-4788-8634-B9E2159FEA7F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9E2FE0-AAC5-48F0-93FE-4F26BCCE19C9}"/>
              </a:ext>
            </a:extLst>
          </p:cNvPr>
          <p:cNvSpPr>
            <a:spLocks noGrp="1"/>
          </p:cNvSpPr>
          <p:nvPr/>
        </p:nvSpPr>
        <p:spPr>
          <a:xfrm>
            <a:off x="7515225" y="2991231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Start from a hiring need, not a generic candidate search.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921701-5770-4888-933A-C1FFE7454816}"/>
              </a:ext>
            </a:extLst>
          </p:cNvPr>
          <p:cNvSpPr>
            <a:spLocks noGrp="1"/>
          </p:cNvSpPr>
          <p:nvPr/>
        </p:nvSpPr>
        <p:spPr>
          <a:xfrm>
            <a:off x="7191375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4CE7E-4728-4DBC-BF24-2B1061122716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534740-FD60-4CC7-B719-CD3BF3F05675}"/>
              </a:ext>
            </a:extLst>
          </p:cNvPr>
          <p:cNvSpPr>
            <a:spLocks noGrp="1"/>
          </p:cNvSpPr>
          <p:nvPr/>
        </p:nvSpPr>
        <p:spPr>
          <a:xfrm>
            <a:off x="7515225" y="3581781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Show supporting evidence, strengths, and gaps.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E15B75-96A6-48B1-85C9-54BAFE578EC6}"/>
              </a:ext>
            </a:extLst>
          </p:cNvPr>
          <p:cNvSpPr>
            <a:spLocks noGrp="1"/>
          </p:cNvSpPr>
          <p:nvPr/>
        </p:nvSpPr>
        <p:spPr>
          <a:xfrm>
            <a:off x="7191375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349016-3357-42FD-B666-D02DAF602DC2}"/>
              </a:ext>
            </a:extLst>
          </p:cNvPr>
          <p:cNvSpPr>
            <a:spLocks noGrp="1"/>
          </p:cNvSpPr>
          <p:nvPr/>
        </p:nvSpPr>
        <p:spPr>
          <a:xfrm>
            <a:off x="7191375" y="4227576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6F785F-4CFC-47D9-8840-30AE8CB4D0EC}"/>
              </a:ext>
            </a:extLst>
          </p:cNvPr>
          <p:cNvSpPr>
            <a:spLocks noGrp="1"/>
          </p:cNvSpPr>
          <p:nvPr/>
        </p:nvSpPr>
        <p:spPr>
          <a:xfrm>
            <a:off x="7515225" y="4172331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Prepare the next validation question before shortlisting.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BA8685-0134-42F7-870C-F43E5838691D}"/>
              </a:ext>
            </a:extLst>
          </p:cNvPr>
          <p:cNvSpPr>
            <a:spLocks noGrp="1"/>
          </p:cNvSpPr>
          <p:nvPr/>
        </p:nvSpPr>
        <p:spPr>
          <a:xfrm>
            <a:off x="7191375" y="4895850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Designed impact: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M</a:t>
            </a:r>
            <a:r>
              <a:rPr sz="1200" b="1" dirty="0">
                <a:solidFill>
                  <a:srgbClr val="2563EB"/>
                </a:solidFill>
              </a:rPr>
              <a:t>ore structured, accountable screening.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F034B4-8954-47E6-ACC5-6EF2D3076E0F}"/>
              </a:ext>
            </a:extLst>
          </p:cNvPr>
          <p:cNvSpPr>
            <a:spLocks noGrp="1"/>
          </p:cNvSpPr>
          <p:nvPr/>
        </p:nvSpPr>
        <p:spPr>
          <a:xfrm>
            <a:off x="5410200" y="48958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888AB9-4784-40E5-9BA9-5FD66B0B104F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81499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7666BF5-D6FD-4103-AB96-56C136611C6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EMPLOYER •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3E55D-572D-4E24-8A42-A382B91F52D0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 err="1">
                <a:solidFill>
                  <a:srgbClr val="11194A"/>
                </a:solidFill>
              </a:rPr>
              <a:t>CareerOS</a:t>
            </a:r>
            <a:r>
              <a:rPr sz="2700" b="1" dirty="0">
                <a:solidFill>
                  <a:srgbClr val="11194A"/>
                </a:solidFill>
              </a:rPr>
              <a:t> preserves why a candidate moved</a:t>
            </a:r>
            <a:r>
              <a:rPr lang="en-MY" sz="2700" b="1" dirty="0">
                <a:solidFill>
                  <a:srgbClr val="11194A"/>
                </a:solidFill>
              </a:rPr>
              <a:t>, </a:t>
            </a:r>
            <a:r>
              <a:rPr sz="2700" b="1" dirty="0">
                <a:solidFill>
                  <a:srgbClr val="11194A"/>
                </a:solidFill>
              </a:rPr>
              <a:t>not only where they are.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A74BDB-A795-4973-A19E-85388E1499BF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6B19CF-C813-4B47-B32F-EB0BC4ACB683}"/>
              </a:ext>
            </a:extLst>
          </p:cNvPr>
          <p:cNvSpPr>
            <a:spLocks noGrp="1"/>
          </p:cNvSpPr>
          <p:nvPr/>
        </p:nvSpPr>
        <p:spPr>
          <a:xfrm>
            <a:off x="533400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743075"/>
            <a:ext cx="6096000" cy="381000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24D728-D8D8-4573-92B3-39A78236AADF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FIT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→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DECISION HISTORY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FE247E-8070-4AFC-AA35-271C7BFC6691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Evidence rationale must survive the handoff into candidate stages and team review.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80E73B-C0EB-40C2-8C57-20BBABF608EA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3D9F90-E561-4DD4-A44B-80FCC3D06670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C5572B-627A-4531-B58A-7915B47BC05D}"/>
              </a:ext>
            </a:extLst>
          </p:cNvPr>
          <p:cNvSpPr>
            <a:spLocks noGrp="1"/>
          </p:cNvSpPr>
          <p:nvPr/>
        </p:nvSpPr>
        <p:spPr>
          <a:xfrm>
            <a:off x="876300" y="2991231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Retain shortlist or pass decisions with context.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52C874-AA96-4FDB-BF42-4826A176CF3E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09E0A-FE11-4488-8AA5-2800FB9163BE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757537-1FD5-4649-B3DC-F872624C8AA2}"/>
              </a:ext>
            </a:extLst>
          </p:cNvPr>
          <p:cNvSpPr>
            <a:spLocks noGrp="1"/>
          </p:cNvSpPr>
          <p:nvPr/>
        </p:nvSpPr>
        <p:spPr>
          <a:xfrm>
            <a:off x="876300" y="3581781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Carry gaps and validation questions forward.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5CC5EA-73C2-4DE2-AEDA-AD5884B660AD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3A12CB-B9A8-43E1-BD3C-11466A8C3624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3C0F7D-02E6-44C3-B785-F7F1EEAEEEA3}"/>
              </a:ext>
            </a:extLst>
          </p:cNvPr>
          <p:cNvSpPr>
            <a:spLocks noGrp="1"/>
          </p:cNvSpPr>
          <p:nvPr/>
        </p:nvSpPr>
        <p:spPr>
          <a:xfrm>
            <a:off x="876300" y="4172331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Keep the next decision-maker from repeating the same review.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F4B361-88C6-4940-BD90-6A95D43FAE94}"/>
              </a:ext>
            </a:extLst>
          </p:cNvPr>
          <p:cNvSpPr>
            <a:spLocks noGrp="1"/>
          </p:cNvSpPr>
          <p:nvPr/>
        </p:nvSpPr>
        <p:spPr>
          <a:xfrm>
            <a:off x="552450" y="5028819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Expected impact: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C</a:t>
            </a:r>
            <a:r>
              <a:rPr sz="1200" b="1" dirty="0">
                <a:solidFill>
                  <a:srgbClr val="2563EB"/>
                </a:solidFill>
              </a:rPr>
              <a:t>leaner handoffs; ATS integration remains future.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AC8A5C-8257-4C57-940E-8D15430303A2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166657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ED5620C-E02D-4DB4-B711-72D0F5D8B2B3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EMPLOYER • RELATIONSHIP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7F0425-AAE6-478E-95BD-5A91C965F2D2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Prior engagement becomes a renewable talent asset.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65B38C-4AE5-4C76-9EDA-B2F27C4BA596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5F0D74-A4A7-458B-88BB-EC037E824E30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43075"/>
            <a:ext cx="6096000" cy="381000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D4F815-F4BF-4C71-98DB-F7A704F854BF}"/>
              </a:ext>
            </a:extLst>
          </p:cNvPr>
          <p:cNvSpPr>
            <a:spLocks noGrp="1"/>
          </p:cNvSpPr>
          <p:nvPr/>
        </p:nvSpPr>
        <p:spPr>
          <a:xfrm>
            <a:off x="7191375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HISTORY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→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REACTIVATION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90CF9C-367B-4EC7-8CC4-D84B7FC6C1F0}"/>
              </a:ext>
            </a:extLst>
          </p:cNvPr>
          <p:cNvSpPr>
            <a:spLocks noGrp="1"/>
          </p:cNvSpPr>
          <p:nvPr/>
        </p:nvSpPr>
        <p:spPr>
          <a:xfrm>
            <a:off x="7191375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An urgent vacancy should not erase every previous challenge or candidate interaction.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CB4BE4-0B57-42A4-982F-B37A4DF130C3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916BE9-9AE5-4568-BE2F-DA030EF444C8}"/>
              </a:ext>
            </a:extLst>
          </p:cNvPr>
          <p:cNvSpPr>
            <a:spLocks noGrp="1"/>
          </p:cNvSpPr>
          <p:nvPr/>
        </p:nvSpPr>
        <p:spPr>
          <a:xfrm>
            <a:off x="7191375" y="3047619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BCABB2-4878-4AD9-9F86-2D796DF1173D}"/>
              </a:ext>
            </a:extLst>
          </p:cNvPr>
          <p:cNvSpPr>
            <a:spLocks noGrp="1"/>
          </p:cNvSpPr>
          <p:nvPr/>
        </p:nvSpPr>
        <p:spPr>
          <a:xfrm>
            <a:off x="7515225" y="2982087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Surface warm candidates with prior relationship context.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6262BF-EDEB-4D42-B9B7-13D52402B37F}"/>
              </a:ext>
            </a:extLst>
          </p:cNvPr>
          <p:cNvSpPr>
            <a:spLocks noGrp="1"/>
          </p:cNvSpPr>
          <p:nvPr/>
        </p:nvSpPr>
        <p:spPr>
          <a:xfrm>
            <a:off x="7191375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433CF2-2C98-48B9-BC64-81F73AD8FF0A}"/>
              </a:ext>
            </a:extLst>
          </p:cNvPr>
          <p:cNvSpPr>
            <a:spLocks noGrp="1"/>
          </p:cNvSpPr>
          <p:nvPr/>
        </p:nvSpPr>
        <p:spPr>
          <a:xfrm>
            <a:off x="7191375" y="3648837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588194-A8CE-4D91-A2CE-2F56FC494E7D}"/>
              </a:ext>
            </a:extLst>
          </p:cNvPr>
          <p:cNvSpPr>
            <a:spLocks noGrp="1"/>
          </p:cNvSpPr>
          <p:nvPr/>
        </p:nvSpPr>
        <p:spPr>
          <a:xfrm>
            <a:off x="7515225" y="3572637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Explain why the renewed need matches earlier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0D3C4F-A122-49B2-B7DE-21CD8DD53011}"/>
              </a:ext>
            </a:extLst>
          </p:cNvPr>
          <p:cNvSpPr>
            <a:spLocks noGrp="1"/>
          </p:cNvSpPr>
          <p:nvPr/>
        </p:nvSpPr>
        <p:spPr>
          <a:xfrm>
            <a:off x="7191375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79C162-5710-4B62-A352-AEE9E62786EA}"/>
              </a:ext>
            </a:extLst>
          </p:cNvPr>
          <p:cNvSpPr>
            <a:spLocks noGrp="1"/>
          </p:cNvSpPr>
          <p:nvPr/>
        </p:nvSpPr>
        <p:spPr>
          <a:xfrm>
            <a:off x="7191375" y="423024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956AB5-BE68-4FB2-AF03-EC1F13AB57F5}"/>
              </a:ext>
            </a:extLst>
          </p:cNvPr>
          <p:cNvSpPr>
            <a:spLocks noGrp="1"/>
          </p:cNvSpPr>
          <p:nvPr/>
        </p:nvSpPr>
        <p:spPr>
          <a:xfrm>
            <a:off x="7515225" y="4163187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Reconnect engagement design, pipeline action, and learning.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745EEB-D9A7-4F84-918C-75D6019E8C97}"/>
              </a:ext>
            </a:extLst>
          </p:cNvPr>
          <p:cNvSpPr>
            <a:spLocks noGrp="1"/>
          </p:cNvSpPr>
          <p:nvPr/>
        </p:nvSpPr>
        <p:spPr>
          <a:xfrm>
            <a:off x="7191375" y="4971288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Designed impact: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R</a:t>
            </a:r>
            <a:r>
              <a:rPr sz="1200" b="1" dirty="0" err="1">
                <a:solidFill>
                  <a:srgbClr val="2563EB"/>
                </a:solidFill>
              </a:rPr>
              <a:t>estart</a:t>
            </a:r>
            <a:r>
              <a:rPr sz="1200" b="1" dirty="0">
                <a:solidFill>
                  <a:srgbClr val="2563EB"/>
                </a:solidFill>
              </a:rPr>
              <a:t> from context</a:t>
            </a:r>
            <a:r>
              <a:rPr lang="en-MY" sz="1200" b="1" dirty="0">
                <a:solidFill>
                  <a:srgbClr val="2563EB"/>
                </a:solidFill>
              </a:rPr>
              <a:t>, </a:t>
            </a:r>
            <a:r>
              <a:rPr sz="1200" b="1" dirty="0">
                <a:solidFill>
                  <a:srgbClr val="2563EB"/>
                </a:solidFill>
              </a:rPr>
              <a:t>not from zero.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2E021A-BECB-4BBD-9954-3AECC6C40529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817608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7D3F65F-BC24-4461-BFDD-A20A1148B1A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>
                <a:solidFill>
                  <a:srgbClr val="2563EB"/>
                </a:solidFill>
              </a:rPr>
              <a:t>UNIVERSITY • DECISION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711D82-A073-4E11-8FDE-15227B5DB51A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dirty="0">
                <a:solidFill>
                  <a:srgbClr val="11194A"/>
                </a:solidFill>
              </a:rPr>
              <a:t>Universities need time to act</a:t>
            </a:r>
            <a:r>
              <a:rPr lang="en-MY" sz="2700" dirty="0">
                <a:solidFill>
                  <a:srgbClr val="11194A"/>
                </a:solidFill>
              </a:rPr>
              <a:t>, </a:t>
            </a:r>
            <a:r>
              <a:rPr lang="en-MY" sz="4400" dirty="0">
                <a:solidFill>
                  <a:srgbClr val="11194A"/>
                </a:solidFill>
              </a:rPr>
              <a:t>NOT</a:t>
            </a:r>
            <a:r>
              <a:rPr sz="2700" dirty="0">
                <a:solidFill>
                  <a:srgbClr val="11194A"/>
                </a:solidFill>
              </a:rPr>
              <a:t> another annual report.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63A42-5939-4B5C-B89E-71CDEF881C3A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>
                <a:solidFill>
                  <a:srgbClr val="74829B"/>
                </a:solidFill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8E0448-3FA0-47AD-BA5B-F746346BBAD8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1066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1194A"/>
                </a:solidFill>
              </a:defRPr>
            </a:pPr>
            <a:endParaRPr sz="2000" dirty="0">
              <a:solidFill>
                <a:srgbClr val="11194A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1FAFBD-2558-49AA-AA7F-40FD29C56D96}"/>
              </a:ext>
            </a:extLst>
          </p:cNvPr>
          <p:cNvSpPr>
            <a:spLocks noGrp="1"/>
          </p:cNvSpPr>
          <p:nvPr/>
        </p:nvSpPr>
        <p:spPr>
          <a:xfrm>
            <a:off x="476250" y="2857500"/>
            <a:ext cx="19050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76E9CF-2A93-4CF6-B0FD-B76B8FB42256}"/>
              </a:ext>
            </a:extLst>
          </p:cNvPr>
          <p:cNvSpPr>
            <a:spLocks noGrp="1"/>
          </p:cNvSpPr>
          <p:nvPr/>
        </p:nvSpPr>
        <p:spPr>
          <a:xfrm>
            <a:off x="690372" y="305943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2000" dirty="0">
                <a:solidFill>
                  <a:srgbClr val="2563EB"/>
                </a:solidFill>
              </a:rPr>
              <a:t>DETECT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743AC2-3BCB-4A37-9EFE-3F2C845CF5F2}"/>
              </a:ext>
            </a:extLst>
          </p:cNvPr>
          <p:cNvSpPr>
            <a:spLocks noGrp="1"/>
          </p:cNvSpPr>
          <p:nvPr/>
        </p:nvSpPr>
        <p:spPr>
          <a:xfrm>
            <a:off x="64770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>
                <a:solidFill>
                  <a:srgbClr val="52627F"/>
                </a:solidFill>
              </a:rPr>
              <a:t>Readiness and market signals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C2808D-8345-4D07-B772-E4FC3E77D685}"/>
              </a:ext>
            </a:extLst>
          </p:cNvPr>
          <p:cNvSpPr>
            <a:spLocks noGrp="1"/>
          </p:cNvSpPr>
          <p:nvPr/>
        </p:nvSpPr>
        <p:spPr>
          <a:xfrm>
            <a:off x="2819400" y="2857500"/>
            <a:ext cx="19050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1B2824-17CB-458C-BDFF-D5DBA9CC0DC0}"/>
              </a:ext>
            </a:extLst>
          </p:cNvPr>
          <p:cNvSpPr>
            <a:spLocks noGrp="1"/>
          </p:cNvSpPr>
          <p:nvPr/>
        </p:nvSpPr>
        <p:spPr>
          <a:xfrm>
            <a:off x="3024378" y="305943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2000" dirty="0">
                <a:solidFill>
                  <a:srgbClr val="2563EB"/>
                </a:solidFill>
              </a:rPr>
              <a:t>ASSIGN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B38351-9610-4534-BBD8-BD23F22F6056}"/>
              </a:ext>
            </a:extLst>
          </p:cNvPr>
          <p:cNvSpPr>
            <a:spLocks noGrp="1"/>
          </p:cNvSpPr>
          <p:nvPr/>
        </p:nvSpPr>
        <p:spPr>
          <a:xfrm>
            <a:off x="299085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>
                <a:solidFill>
                  <a:srgbClr val="52627F"/>
                </a:solidFill>
              </a:rPr>
              <a:t>Named owner and deadline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650707-AE5E-4CAA-AF7E-8B7D7EC736CB}"/>
              </a:ext>
            </a:extLst>
          </p:cNvPr>
          <p:cNvSpPr>
            <a:spLocks noGrp="1"/>
          </p:cNvSpPr>
          <p:nvPr/>
        </p:nvSpPr>
        <p:spPr>
          <a:xfrm>
            <a:off x="5162550" y="2857500"/>
            <a:ext cx="1905000" cy="1485900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AEF23-CF33-48D8-83AF-665F5DC25B8D}"/>
              </a:ext>
            </a:extLst>
          </p:cNvPr>
          <p:cNvSpPr>
            <a:spLocks noGrp="1"/>
          </p:cNvSpPr>
          <p:nvPr/>
        </p:nvSpPr>
        <p:spPr>
          <a:xfrm>
            <a:off x="5376672" y="305943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4F46E5"/>
                </a:solidFill>
              </a:defRPr>
            </a:pPr>
            <a:r>
              <a:rPr sz="2000" dirty="0">
                <a:solidFill>
                  <a:srgbClr val="4F46E5"/>
                </a:solidFill>
              </a:rPr>
              <a:t>INTERVENE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48DF8E-5E03-42AC-929C-2F11C978837B}"/>
              </a:ext>
            </a:extLst>
          </p:cNvPr>
          <p:cNvSpPr>
            <a:spLocks noGrp="1"/>
          </p:cNvSpPr>
          <p:nvPr/>
        </p:nvSpPr>
        <p:spPr>
          <a:xfrm>
            <a:off x="533400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>
                <a:solidFill>
                  <a:srgbClr val="52627F"/>
                </a:solidFill>
              </a:rPr>
              <a:t>Current-cohort action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C8CFDC-C35A-40E8-9743-72ACDD781B80}"/>
              </a:ext>
            </a:extLst>
          </p:cNvPr>
          <p:cNvSpPr>
            <a:spLocks noGrp="1"/>
          </p:cNvSpPr>
          <p:nvPr/>
        </p:nvSpPr>
        <p:spPr>
          <a:xfrm>
            <a:off x="7505700" y="2857500"/>
            <a:ext cx="19050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F9F808-9B93-41C0-AE24-1C35A9A37ACE}"/>
              </a:ext>
            </a:extLst>
          </p:cNvPr>
          <p:cNvSpPr>
            <a:spLocks noGrp="1"/>
          </p:cNvSpPr>
          <p:nvPr/>
        </p:nvSpPr>
        <p:spPr>
          <a:xfrm>
            <a:off x="7677150" y="305943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2000" dirty="0">
                <a:solidFill>
                  <a:srgbClr val="2563EB"/>
                </a:solidFill>
              </a:rPr>
              <a:t>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B23D08-35F3-4092-88F0-AB2CC4A0252A}"/>
              </a:ext>
            </a:extLst>
          </p:cNvPr>
          <p:cNvSpPr>
            <a:spLocks noGrp="1"/>
          </p:cNvSpPr>
          <p:nvPr/>
        </p:nvSpPr>
        <p:spPr>
          <a:xfrm>
            <a:off x="767715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>
                <a:solidFill>
                  <a:srgbClr val="52627F"/>
                </a:solidFill>
              </a:rPr>
              <a:t>Reusable institutional record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D9F2C3-9883-4CCF-B3EB-B37C0B2F1D0D}"/>
              </a:ext>
            </a:extLst>
          </p:cNvPr>
          <p:cNvSpPr>
            <a:spLocks noGrp="1"/>
          </p:cNvSpPr>
          <p:nvPr/>
        </p:nvSpPr>
        <p:spPr>
          <a:xfrm>
            <a:off x="9848850" y="2857500"/>
            <a:ext cx="19050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169A85-12D7-4D79-BB5A-AF5BBE339AF3}"/>
              </a:ext>
            </a:extLst>
          </p:cNvPr>
          <p:cNvSpPr>
            <a:spLocks noGrp="1"/>
          </p:cNvSpPr>
          <p:nvPr/>
        </p:nvSpPr>
        <p:spPr>
          <a:xfrm>
            <a:off x="10020300" y="305943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2000" dirty="0">
                <a:solidFill>
                  <a:srgbClr val="2563EB"/>
                </a:solidFill>
              </a:rPr>
              <a:t>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937BC7-3D8D-42D4-8186-F780365D3557}"/>
              </a:ext>
            </a:extLst>
          </p:cNvPr>
          <p:cNvSpPr>
            <a:spLocks noGrp="1"/>
          </p:cNvSpPr>
          <p:nvPr/>
        </p:nvSpPr>
        <p:spPr>
          <a:xfrm>
            <a:off x="10020300" y="3524250"/>
            <a:ext cx="1562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F"/>
                </a:solidFill>
              </a:defRPr>
            </a:pPr>
            <a:r>
              <a:rPr sz="1275">
                <a:solidFill>
                  <a:srgbClr val="52627F"/>
                </a:solidFill>
              </a:rPr>
              <a:t>Learn and govern change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4BC802-3EFE-48A1-9963-D8905AB4915C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914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94A"/>
                </a:solidFill>
              </a:defRPr>
            </a:pPr>
            <a:r>
              <a:rPr lang="en-MY" sz="1725" dirty="0">
                <a:solidFill>
                  <a:srgbClr val="11194A"/>
                </a:solidFill>
              </a:rPr>
              <a:t>H</a:t>
            </a:r>
            <a:r>
              <a:rPr sz="1725" dirty="0" err="1">
                <a:solidFill>
                  <a:srgbClr val="11194A"/>
                </a:solidFill>
              </a:rPr>
              <a:t>elp</a:t>
            </a:r>
            <a:r>
              <a:rPr sz="1725" dirty="0">
                <a:solidFill>
                  <a:srgbClr val="11194A"/>
                </a:solidFill>
              </a:rPr>
              <a:t> the current cohort now while governing longer-term </a:t>
            </a:r>
            <a:r>
              <a:rPr sz="1725" dirty="0" err="1">
                <a:solidFill>
                  <a:srgbClr val="11194A"/>
                </a:solidFill>
              </a:rPr>
              <a:t>programme</a:t>
            </a:r>
            <a:r>
              <a:rPr sz="1725" dirty="0">
                <a:solidFill>
                  <a:srgbClr val="11194A"/>
                </a:solidFill>
              </a:rPr>
              <a:t> change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DE8442-7E9E-40CF-8AD0-69B4D71042D8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A4BA98-6452-4A45-8A38-E3804375C10B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1733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B45309"/>
                </a:solidFill>
              </a:defRPr>
            </a:pPr>
            <a:endParaRPr sz="825" dirty="0">
              <a:solidFill>
                <a:srgbClr val="B45309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8547DA-AE51-8921-80A9-0CE0DECFD727}"/>
              </a:ext>
            </a:extLst>
          </p:cNvPr>
          <p:cNvSpPr txBox="1"/>
          <p:nvPr/>
        </p:nvSpPr>
        <p:spPr>
          <a:xfrm>
            <a:off x="600837" y="152400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By the time an outcome appears in a report, the current cohort may already have lost the intervention window.</a:t>
            </a:r>
          </a:p>
        </p:txBody>
      </p:sp>
    </p:spTree>
    <p:extLst>
      <p:ext uri="{BB962C8B-B14F-4D97-AF65-F5344CB8AC3E}">
        <p14:creationId xmlns:p14="http://schemas.microsoft.com/office/powerpoint/2010/main" val="786669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314352-42F8-4708-9C64-611070A09F5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STUDENT READINESS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D9003F-D346-404E-AC4D-01F7BF5F5FD0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A risk signal matters only when someone owns the next intervention.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F21283-F124-4885-AE79-DF87E35D8F6C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B3154C-E2F3-4B81-9EE8-4D748835F2FE}"/>
              </a:ext>
            </a:extLst>
          </p:cNvPr>
          <p:cNvSpPr>
            <a:spLocks noGrp="1"/>
          </p:cNvSpPr>
          <p:nvPr/>
        </p:nvSpPr>
        <p:spPr>
          <a:xfrm>
            <a:off x="533400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743075"/>
            <a:ext cx="6096000" cy="381000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806C48-3EA5-4DF5-AABC-282EB744B804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SIGNAL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→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OWNERSHIP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287A52-6D3F-4031-A2B1-62FB54DDB98B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Student Readiness links cohort evidence to an accountable action.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A027CC-E8BD-46D5-974A-26DEA7933285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D404A3-0708-40DF-B06F-1CAC9B7EA544}"/>
              </a:ext>
            </a:extLst>
          </p:cNvPr>
          <p:cNvSpPr>
            <a:spLocks noGrp="1"/>
          </p:cNvSpPr>
          <p:nvPr/>
        </p:nvSpPr>
        <p:spPr>
          <a:xfrm>
            <a:off x="552450" y="304914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4B1AB5-1FD3-4073-A230-F52BF1531ACF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Separate academic and employability signals.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C7FB56-BE6C-433A-9F2F-BD6C3D1F67B3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DB7655-98C0-4864-8470-A696E1DA23C7}"/>
              </a:ext>
            </a:extLst>
          </p:cNvPr>
          <p:cNvSpPr>
            <a:spLocks noGrp="1"/>
          </p:cNvSpPr>
          <p:nvPr/>
        </p:nvSpPr>
        <p:spPr>
          <a:xfrm>
            <a:off x="552450" y="363969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83574D-E9B9-4CC2-B2EC-7B1DC4F376C2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Drill into a cohort or student risk context.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E9BF4C-EC08-4566-AA30-A666E624C276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C6BD8C-4FA6-4FFA-B87F-154B81EA02BE}"/>
              </a:ext>
            </a:extLst>
          </p:cNvPr>
          <p:cNvSpPr>
            <a:spLocks noGrp="1"/>
          </p:cNvSpPr>
          <p:nvPr/>
        </p:nvSpPr>
        <p:spPr>
          <a:xfrm>
            <a:off x="552450" y="423024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AC42EE-01D0-437F-837A-AF3021633DC0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Assign an intervention, owner, deadline, and status.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81C503-703B-470A-86EC-A65FFFBBED0B}"/>
              </a:ext>
            </a:extLst>
          </p:cNvPr>
          <p:cNvSpPr>
            <a:spLocks noGrp="1"/>
          </p:cNvSpPr>
          <p:nvPr/>
        </p:nvSpPr>
        <p:spPr>
          <a:xfrm>
            <a:off x="552450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Safeguards required</a:t>
            </a:r>
            <a:r>
              <a:rPr lang="en-MY" sz="1200" b="1" dirty="0">
                <a:solidFill>
                  <a:srgbClr val="2563EB"/>
                </a:solidFill>
              </a:rPr>
              <a:t>: </a:t>
            </a: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C</a:t>
            </a:r>
            <a:r>
              <a:rPr sz="1200" b="1" dirty="0" err="1">
                <a:solidFill>
                  <a:srgbClr val="2563EB"/>
                </a:solidFill>
              </a:rPr>
              <a:t>onsent</a:t>
            </a:r>
            <a:r>
              <a:rPr sz="1200" b="1" dirty="0">
                <a:solidFill>
                  <a:srgbClr val="2563EB"/>
                </a:solidFill>
              </a:rPr>
              <a:t>, access, correction, and fairness.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8771C8-0523-4848-9FE5-5555FD40E01B}"/>
              </a:ext>
            </a:extLst>
          </p:cNvPr>
          <p:cNvSpPr>
            <a:spLocks noGrp="1"/>
          </p:cNvSpPr>
          <p:nvPr/>
        </p:nvSpPr>
        <p:spPr>
          <a:xfrm>
            <a:off x="10096500" y="43243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0AA3C3-48B2-4556-ADFA-A0EF526F41A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A6D807D-319E-4194-8E35-A433507969BF}"/>
              </a:ext>
            </a:extLst>
          </p:cNvPr>
          <p:cNvSpPr>
            <a:spLocks noGrp="1"/>
          </p:cNvSpPr>
          <p:nvPr/>
        </p:nvSpPr>
        <p:spPr>
          <a:xfrm>
            <a:off x="9286875" y="6438900"/>
            <a:ext cx="1776413" cy="2381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66C673-BF2A-4F29-89DF-BB4C3FCFD128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1547813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Demo workflow • mock data</a:t>
            </a:r>
          </a:p>
        </p:txBody>
      </p:sp>
    </p:spTree>
    <p:extLst>
      <p:ext uri="{BB962C8B-B14F-4D97-AF65-F5344CB8AC3E}">
        <p14:creationId xmlns:p14="http://schemas.microsoft.com/office/powerpoint/2010/main" val="463830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02DB95A-0678-44FB-863B-C4A98894CC8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CURRICULUM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7499B-E4C3-46FB-B2B0-68BAC23413C6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A curriculum gap needs two clocks: help now, reform properly.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FC97C-3E42-4163-95AD-BF794AFA39E6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730729-F683-40D6-A746-377E8A5439C8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43075"/>
            <a:ext cx="6096000" cy="381000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E5D26D-241D-42CF-BA17-7C46EDE767BD}"/>
              </a:ext>
            </a:extLst>
          </p:cNvPr>
          <p:cNvSpPr>
            <a:spLocks noGrp="1"/>
          </p:cNvSpPr>
          <p:nvPr/>
        </p:nvSpPr>
        <p:spPr>
          <a:xfrm>
            <a:off x="7191375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DEMAND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→ 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TWO 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24A2DE-2DBE-4748-8525-B41520BB4935}"/>
              </a:ext>
            </a:extLst>
          </p:cNvPr>
          <p:cNvSpPr>
            <a:spLocks noGrp="1"/>
          </p:cNvSpPr>
          <p:nvPr/>
        </p:nvSpPr>
        <p:spPr>
          <a:xfrm>
            <a:off x="7191375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Curriculum-Market Alignment separates current-cohort support from governed programme change.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FE04C5-6BDE-4EAA-A642-BAC7557E7BD4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EAD706-C8CF-4092-BFAA-455680A88AF7}"/>
              </a:ext>
            </a:extLst>
          </p:cNvPr>
          <p:cNvSpPr>
            <a:spLocks noGrp="1"/>
          </p:cNvSpPr>
          <p:nvPr/>
        </p:nvSpPr>
        <p:spPr>
          <a:xfrm>
            <a:off x="7191375" y="3058287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A9469E-93AD-4B47-B4C9-4D5EB39A6FA6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Trace the gap to demand, coverage, and outcome signals.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39BB15-36E3-4B98-88BE-C71E0C22C563}"/>
              </a:ext>
            </a:extLst>
          </p:cNvPr>
          <p:cNvSpPr>
            <a:spLocks noGrp="1"/>
          </p:cNvSpPr>
          <p:nvPr/>
        </p:nvSpPr>
        <p:spPr>
          <a:xfrm>
            <a:off x="7191375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F9A376-EBAA-42C4-85A7-A6DB27D049A1}"/>
              </a:ext>
            </a:extLst>
          </p:cNvPr>
          <p:cNvSpPr>
            <a:spLocks noGrp="1"/>
          </p:cNvSpPr>
          <p:nvPr/>
        </p:nvSpPr>
        <p:spPr>
          <a:xfrm>
            <a:off x="7191375" y="363969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A06ABA-6157-4BD0-9657-17464F8BDEC4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Act now through workshops, challenges, or partnerships.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19A3E3-8BEA-45DC-B370-90CCC4843DA6}"/>
              </a:ext>
            </a:extLst>
          </p:cNvPr>
          <p:cNvSpPr>
            <a:spLocks noGrp="1"/>
          </p:cNvSpPr>
          <p:nvPr/>
        </p:nvSpPr>
        <p:spPr>
          <a:xfrm>
            <a:off x="7191375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574D3A-8547-4CCE-9F69-A94D94E79C29}"/>
              </a:ext>
            </a:extLst>
          </p:cNvPr>
          <p:cNvSpPr>
            <a:spLocks noGrp="1"/>
          </p:cNvSpPr>
          <p:nvPr/>
        </p:nvSpPr>
        <p:spPr>
          <a:xfrm>
            <a:off x="7191375" y="4221099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72BFB0-DC14-47CF-A89C-F956FD639049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Build the evidence pack and roadmap for formal reform.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B9D321-833C-47D4-B84C-3C27D4F3404D}"/>
              </a:ext>
            </a:extLst>
          </p:cNvPr>
          <p:cNvSpPr>
            <a:spLocks noGrp="1"/>
          </p:cNvSpPr>
          <p:nvPr/>
        </p:nvSpPr>
        <p:spPr>
          <a:xfrm>
            <a:off x="7191375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 err="1">
                <a:solidFill>
                  <a:srgbClr val="2563EB"/>
                </a:solidFill>
              </a:rPr>
              <a:t>Behaviour</a:t>
            </a:r>
            <a:r>
              <a:rPr sz="1200" b="1" dirty="0">
                <a:solidFill>
                  <a:srgbClr val="2563EB"/>
                </a:solidFill>
              </a:rPr>
              <a:t> change: 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M</a:t>
            </a:r>
            <a:r>
              <a:rPr sz="1200" b="1" dirty="0" err="1">
                <a:solidFill>
                  <a:srgbClr val="2563EB"/>
                </a:solidFill>
              </a:rPr>
              <a:t>arket</a:t>
            </a:r>
            <a:r>
              <a:rPr sz="1200" b="1" dirty="0">
                <a:solidFill>
                  <a:srgbClr val="2563EB"/>
                </a:solidFill>
              </a:rPr>
              <a:t> intelligence becomes a </a:t>
            </a:r>
            <a:r>
              <a:rPr sz="1200" b="1" dirty="0" err="1">
                <a:solidFill>
                  <a:srgbClr val="2563EB"/>
                </a:solidFill>
              </a:rPr>
              <a:t>prioritised</a:t>
            </a:r>
            <a:r>
              <a:rPr sz="1200" b="1" dirty="0">
                <a:solidFill>
                  <a:srgbClr val="2563EB"/>
                </a:solidFill>
              </a:rPr>
              <a:t> response.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39E0E0-8896-420C-B252-33CF82C614FE}"/>
              </a:ext>
            </a:extLst>
          </p:cNvPr>
          <p:cNvSpPr>
            <a:spLocks noGrp="1"/>
          </p:cNvSpPr>
          <p:nvPr/>
        </p:nvSpPr>
        <p:spPr>
          <a:xfrm>
            <a:off x="1457325" y="43243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C72F38-0D9B-42C3-B0ED-5660A6F465BE}"/>
              </a:ext>
            </a:extLst>
          </p:cNvPr>
          <p:cNvSpPr>
            <a:spLocks noGrp="1"/>
          </p:cNvSpPr>
          <p:nvPr/>
        </p:nvSpPr>
        <p:spPr>
          <a:xfrm>
            <a:off x="5314950" y="318135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5F181C-7364-40F4-8E70-FC3397608151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20E616-0E3F-4BF4-B56F-9E024BDECF60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21050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B45309"/>
                </a:solidFill>
              </a:defRPr>
            </a:pPr>
            <a:endParaRPr sz="825" b="1" dirty="0">
              <a:solidFill>
                <a:srgbClr val="B453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491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B9B3CED-6F8C-46BE-9D96-E81EB030E4D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LEARNING AND 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354D3-929B-492B-92AA-D67F6D832E03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Alumni feedback needs an action channel</a:t>
            </a:r>
            <a:r>
              <a:rPr lang="en-MY" sz="2700" b="1" dirty="0">
                <a:solidFill>
                  <a:srgbClr val="11194A"/>
                </a:solidFill>
              </a:rPr>
              <a:t>, </a:t>
            </a:r>
            <a:r>
              <a:rPr sz="2700" b="1" dirty="0">
                <a:solidFill>
                  <a:srgbClr val="11194A"/>
                </a:solidFill>
              </a:rPr>
              <a:t>not another endpoint.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EE2776-75EA-4A58-8C0E-A7500C328F8E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101A60-E1F6-4E5A-AF6B-85E697529F41}"/>
              </a:ext>
            </a:extLst>
          </p:cNvPr>
          <p:cNvSpPr>
            <a:spLocks noGrp="1"/>
          </p:cNvSpPr>
          <p:nvPr/>
        </p:nvSpPr>
        <p:spPr>
          <a:xfrm>
            <a:off x="533400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743075"/>
            <a:ext cx="6096000" cy="381000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9DB2F1-349B-475A-8BE5-5E03DFA886B0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 dirty="0">
                <a:solidFill>
                  <a:srgbClr val="7C3AED"/>
                </a:solidFill>
              </a:rPr>
              <a:t>OUTCOME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→</a:t>
            </a:r>
            <a:r>
              <a:rPr lang="en-MY" sz="1050" b="1" dirty="0">
                <a:solidFill>
                  <a:srgbClr val="7C3AED"/>
                </a:solidFill>
              </a:rPr>
              <a:t> </a:t>
            </a:r>
            <a:r>
              <a:rPr sz="1050" b="1" dirty="0">
                <a:solidFill>
                  <a:srgbClr val="7C3AED"/>
                </a:solidFill>
              </a:rPr>
              <a:t> PARTNERSHIP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8ECD1C-550D-4435-A295-398E731E2AF0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Alumni Signals and collaboration workflows connect learning to a named response.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DC3939-E80E-4712-8EB4-C8A9C4DD32E2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EAA1C2-8D48-4F4C-B414-4876B8A18DB6}"/>
              </a:ext>
            </a:extLst>
          </p:cNvPr>
          <p:cNvSpPr>
            <a:spLocks noGrp="1"/>
          </p:cNvSpPr>
          <p:nvPr/>
        </p:nvSpPr>
        <p:spPr>
          <a:xfrm>
            <a:off x="552450" y="304914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EF1546-A5C2-4196-82F4-4563B4A181D8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Identify patterns worth investigating, not causal proof.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3C1AAE-8164-4E28-ADA6-F64603B0779C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501DA-2F01-47DE-B841-DB15E55EF3FA}"/>
              </a:ext>
            </a:extLst>
          </p:cNvPr>
          <p:cNvSpPr>
            <a:spLocks noGrp="1"/>
          </p:cNvSpPr>
          <p:nvPr/>
        </p:nvSpPr>
        <p:spPr>
          <a:xfrm>
            <a:off x="552450" y="3648837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2FF1E8-3DF4-4317-860E-608ABE2BB9D7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Route findings into curriculum or partnership decisions.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EF7622-8744-4BAC-B2E2-AA6DB76AB5E6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DCE84D-21CA-42D1-BA9F-C09797BB9C4C}"/>
              </a:ext>
            </a:extLst>
          </p:cNvPr>
          <p:cNvSpPr>
            <a:spLocks noGrp="1"/>
          </p:cNvSpPr>
          <p:nvPr/>
        </p:nvSpPr>
        <p:spPr>
          <a:xfrm>
            <a:off x="552450" y="4221099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50CCFE-BE47-41DF-B00A-C8DF6B621C61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Design collaborations against a gap and preserve event evidence.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B33DCA-92ED-4835-AE1D-2B71E3AE3213}"/>
              </a:ext>
            </a:extLst>
          </p:cNvPr>
          <p:cNvSpPr>
            <a:spLocks noGrp="1"/>
          </p:cNvSpPr>
          <p:nvPr/>
        </p:nvSpPr>
        <p:spPr>
          <a:xfrm>
            <a:off x="552450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Designed impact: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M</a:t>
            </a:r>
            <a:r>
              <a:rPr sz="1200" b="1" dirty="0">
                <a:solidFill>
                  <a:srgbClr val="2563EB"/>
                </a:solidFill>
              </a:rPr>
              <a:t>ore purposeful partnerships and outcome learning.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288016-4217-422D-9FAE-DA1C11B77F4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989EA8-789F-4DE1-A666-91DDBE671015}"/>
              </a:ext>
            </a:extLst>
          </p:cNvPr>
          <p:cNvSpPr>
            <a:spLocks noGrp="1"/>
          </p:cNvSpPr>
          <p:nvPr/>
        </p:nvSpPr>
        <p:spPr>
          <a:xfrm>
            <a:off x="9286875" y="6438900"/>
            <a:ext cx="2333625" cy="2381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4ED1D8-74A7-490C-845B-654DED2B1BE7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21050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Illustrative analytics • outreach simulated</a:t>
            </a:r>
          </a:p>
        </p:txBody>
      </p:sp>
    </p:spTree>
    <p:extLst>
      <p:ext uri="{BB962C8B-B14F-4D97-AF65-F5344CB8AC3E}">
        <p14:creationId xmlns:p14="http://schemas.microsoft.com/office/powerpoint/2010/main" val="175180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FF8E84C-18A4-4014-ABFB-0DA41B554BE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EVIDENCE REUSE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45DE84-0E2B-4F1A-8C3E-44BCE41F3797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Institutional evidence should not be rebuilt for every deadline.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8000C2-A88B-45DA-BB53-B582F29464C4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18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8DB526-5B25-43A1-8D83-2CA5B975EBB9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43075"/>
            <a:ext cx="6096000" cy="381000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124B1E-ED37-449D-B23D-C4A2866B2425}"/>
              </a:ext>
            </a:extLst>
          </p:cNvPr>
          <p:cNvSpPr>
            <a:spLocks noGrp="1"/>
          </p:cNvSpPr>
          <p:nvPr/>
        </p:nvSpPr>
        <p:spPr>
          <a:xfrm>
            <a:off x="7191375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ACTION → REUSABLE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6AD211-CC43-4A0D-805F-B45D2C766A06}"/>
              </a:ext>
            </a:extLst>
          </p:cNvPr>
          <p:cNvSpPr>
            <a:spLocks noGrp="1"/>
          </p:cNvSpPr>
          <p:nvPr/>
        </p:nvSpPr>
        <p:spPr>
          <a:xfrm>
            <a:off x="7191375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The Accreditation Hub models readiness, ownership, gaps, and evidence reuse.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DCE5CF-9347-4C94-AA1D-77872DF6A771}"/>
              </a:ext>
            </a:extLst>
          </p:cNvPr>
          <p:cNvSpPr>
            <a:spLocks noGrp="1"/>
          </p:cNvSpPr>
          <p:nvPr/>
        </p:nvSpPr>
        <p:spPr>
          <a:xfrm>
            <a:off x="7191375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1D47CF-BFE8-4025-A252-ECE6255276D1}"/>
              </a:ext>
            </a:extLst>
          </p:cNvPr>
          <p:cNvSpPr>
            <a:spLocks noGrp="1"/>
          </p:cNvSpPr>
          <p:nvPr/>
        </p:nvSpPr>
        <p:spPr>
          <a:xfrm>
            <a:off x="7191375" y="304914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846B9-4404-4A63-AD16-8D883CC06765}"/>
              </a:ext>
            </a:extLst>
          </p:cNvPr>
          <p:cNvSpPr>
            <a:spLocks noGrp="1"/>
          </p:cNvSpPr>
          <p:nvPr/>
        </p:nvSpPr>
        <p:spPr>
          <a:xfrm>
            <a:off x="7515225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Map requirements to source, owner, period, and completeness.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49FF43-3561-44EC-9E9B-5A632DA20BE1}"/>
              </a:ext>
            </a:extLst>
          </p:cNvPr>
          <p:cNvSpPr>
            <a:spLocks noGrp="1"/>
          </p:cNvSpPr>
          <p:nvPr/>
        </p:nvSpPr>
        <p:spPr>
          <a:xfrm>
            <a:off x="7191375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8EC88-B2E3-4C9D-A149-4F9853370CD4}"/>
              </a:ext>
            </a:extLst>
          </p:cNvPr>
          <p:cNvSpPr>
            <a:spLocks noGrp="1"/>
          </p:cNvSpPr>
          <p:nvPr/>
        </p:nvSpPr>
        <p:spPr>
          <a:xfrm>
            <a:off x="7191375" y="363969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9BE591-3F8F-42A0-9DEE-0C79DCAC8D73}"/>
              </a:ext>
            </a:extLst>
          </p:cNvPr>
          <p:cNvSpPr>
            <a:spLocks noGrp="1"/>
          </p:cNvSpPr>
          <p:nvPr/>
        </p:nvSpPr>
        <p:spPr>
          <a:xfrm>
            <a:off x="7515225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Expose missing evidence and the responsible person.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F80B35-D22A-43AB-A0E2-C60EC8DB46B6}"/>
              </a:ext>
            </a:extLst>
          </p:cNvPr>
          <p:cNvSpPr>
            <a:spLocks noGrp="1"/>
          </p:cNvSpPr>
          <p:nvPr/>
        </p:nvSpPr>
        <p:spPr>
          <a:xfrm>
            <a:off x="7191375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4050C3-046F-43D3-9FE9-A078F76CBAD0}"/>
              </a:ext>
            </a:extLst>
          </p:cNvPr>
          <p:cNvSpPr>
            <a:spLocks noGrp="1"/>
          </p:cNvSpPr>
          <p:nvPr/>
        </p:nvSpPr>
        <p:spPr>
          <a:xfrm>
            <a:off x="7191375" y="423024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7CE754-A32C-4373-8119-F186CF9BDA52}"/>
              </a:ext>
            </a:extLst>
          </p:cNvPr>
          <p:cNvSpPr>
            <a:spLocks noGrp="1"/>
          </p:cNvSpPr>
          <p:nvPr/>
        </p:nvSpPr>
        <p:spPr>
          <a:xfrm>
            <a:off x="7515225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Reuse curriculum, readiness, alumni, and partnership evidence.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AF00E6-9A44-449A-AF17-4F186E95E3FA}"/>
              </a:ext>
            </a:extLst>
          </p:cNvPr>
          <p:cNvSpPr>
            <a:spLocks noGrp="1"/>
          </p:cNvSpPr>
          <p:nvPr/>
        </p:nvSpPr>
        <p:spPr>
          <a:xfrm>
            <a:off x="7191375" y="536257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Designed impact: </a:t>
            </a:r>
            <a:endParaRPr lang="en-MY" sz="1200" b="1" dirty="0">
              <a:solidFill>
                <a:srgbClr val="2563EB"/>
              </a:solidFill>
            </a:endParaRPr>
          </a:p>
          <a:p>
            <a:pPr algn="l">
              <a:defRPr sz="1200" b="1">
                <a:solidFill>
                  <a:srgbClr val="2563EB"/>
                </a:solidFill>
              </a:defRPr>
            </a:pPr>
            <a:r>
              <a:rPr lang="en-MY" sz="1200" b="1" dirty="0">
                <a:solidFill>
                  <a:srgbClr val="2563EB"/>
                </a:solidFill>
              </a:rPr>
              <a:t>L</a:t>
            </a:r>
            <a:r>
              <a:rPr sz="1200" b="1" dirty="0">
                <a:solidFill>
                  <a:srgbClr val="2563EB"/>
                </a:solidFill>
              </a:rPr>
              <a:t>ess repeated preparation; savings are not measured.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59BC9C-7143-4D92-9FEF-B67E50EE50DC}"/>
              </a:ext>
            </a:extLst>
          </p:cNvPr>
          <p:cNvSpPr>
            <a:spLocks noGrp="1"/>
          </p:cNvSpPr>
          <p:nvPr/>
        </p:nvSpPr>
        <p:spPr>
          <a:xfrm>
            <a:off x="5029200" y="41814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37B82B-BE1E-4A83-B874-E37FA57BFAB7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175B53-D9E3-4261-A7BC-A990E89BC610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1795463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B45309"/>
                </a:solidFill>
              </a:defRPr>
            </a:pPr>
            <a:endParaRPr sz="825" b="1" dirty="0">
              <a:solidFill>
                <a:srgbClr val="B453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896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5A3AEC9-987B-4911-B119-9255518D8CE3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UNIVERSITY • GOVERNED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8667E2-AD82-400E-BB8C-B2BCDABF17F1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Leaders need prepared decisions</a:t>
            </a:r>
            <a:r>
              <a:rPr lang="en-MY" sz="2700" b="1" dirty="0">
                <a:solidFill>
                  <a:srgbClr val="11194A"/>
                </a:solidFill>
              </a:rPr>
              <a:t>, </a:t>
            </a:r>
            <a:r>
              <a:rPr sz="2700" b="1" dirty="0">
                <a:solidFill>
                  <a:srgbClr val="11194A"/>
                </a:solidFill>
              </a:rPr>
              <a:t>not another page of charts.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F9E84-8564-43F5-A563-8CABEC5A09CC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19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408B7F-2879-4E68-B9D3-1041313BBCFD}"/>
              </a:ext>
            </a:extLst>
          </p:cNvPr>
          <p:cNvSpPr>
            <a:spLocks noGrp="1"/>
          </p:cNvSpPr>
          <p:nvPr/>
        </p:nvSpPr>
        <p:spPr>
          <a:xfrm>
            <a:off x="5334000" y="1409700"/>
            <a:ext cx="63246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1743075"/>
            <a:ext cx="6096000" cy="381000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433BA3-AB0B-4063-AA16-EB19F448D537}"/>
              </a:ext>
            </a:extLst>
          </p:cNvPr>
          <p:cNvSpPr>
            <a:spLocks noGrp="1"/>
          </p:cNvSpPr>
          <p:nvPr/>
        </p:nvSpPr>
        <p:spPr>
          <a:xfrm>
            <a:off x="552450" y="14954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GOAL → HUMAN DECISION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2E3A8-8A16-4B2F-B19D-80A0B896A26A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4333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94A"/>
                </a:solidFill>
              </a:defRPr>
            </a:pPr>
            <a:r>
              <a:rPr sz="1950" b="1">
                <a:solidFill>
                  <a:srgbClr val="11194A"/>
                </a:solidFill>
              </a:rPr>
              <a:t>The AI Office reframes institutional intelligence as job-shaped work with approval.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62B107-1814-4ECA-A9A2-C513212FB0B8}"/>
              </a:ext>
            </a:extLst>
          </p:cNvPr>
          <p:cNvSpPr>
            <a:spLocks noGrp="1"/>
          </p:cNvSpPr>
          <p:nvPr/>
        </p:nvSpPr>
        <p:spPr>
          <a:xfrm>
            <a:off x="552450" y="3038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4E7B-82A6-4B61-92F6-260FBF14DF71}"/>
              </a:ext>
            </a:extLst>
          </p:cNvPr>
          <p:cNvSpPr>
            <a:spLocks noGrp="1"/>
          </p:cNvSpPr>
          <p:nvPr/>
        </p:nvSpPr>
        <p:spPr>
          <a:xfrm>
            <a:off x="552450" y="304914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 dirty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7C15C-0A89-4AE4-88CD-5CD957653B9D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 dirty="0">
                <a:solidFill>
                  <a:srgbClr val="52627F"/>
                </a:solidFill>
              </a:rPr>
              <a:t>Route goals to Student Success, Curriculum, Alumni, Partnerships, or Accreditation.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5A9B83-A08B-47F4-8C34-437589CDDBDC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F51C35-6EF8-4B23-AB63-8928F501D2B3}"/>
              </a:ext>
            </a:extLst>
          </p:cNvPr>
          <p:cNvSpPr>
            <a:spLocks noGrp="1"/>
          </p:cNvSpPr>
          <p:nvPr/>
        </p:nvSpPr>
        <p:spPr>
          <a:xfrm>
            <a:off x="552450" y="3630549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392A7D-1F6C-4228-AD26-C5B180CA68E2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Prepare context and trade-offs across functions.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9B7452-B7FD-4232-9EF5-A69C277031D4}"/>
              </a:ext>
            </a:extLst>
          </p:cNvPr>
          <p:cNvSpPr>
            <a:spLocks noGrp="1"/>
          </p:cNvSpPr>
          <p:nvPr/>
        </p:nvSpPr>
        <p:spPr>
          <a:xfrm>
            <a:off x="552450" y="42195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A1D10-ABB0-4304-857B-E76A050A35B0}"/>
              </a:ext>
            </a:extLst>
          </p:cNvPr>
          <p:cNvSpPr>
            <a:spLocks noGrp="1"/>
          </p:cNvSpPr>
          <p:nvPr/>
        </p:nvSpPr>
        <p:spPr>
          <a:xfrm>
            <a:off x="552450" y="4230243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 dirty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9EEA51-4E92-4BF6-A194-D9D149ECF69C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4010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Require human approval before external effect.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5DD427-D9EF-4837-8776-7AD1F583C6A8}"/>
              </a:ext>
            </a:extLst>
          </p:cNvPr>
          <p:cNvSpPr>
            <a:spLocks noGrp="1"/>
          </p:cNvSpPr>
          <p:nvPr/>
        </p:nvSpPr>
        <p:spPr>
          <a:xfrm>
            <a:off x="552450" y="5042535"/>
            <a:ext cx="4333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rPr sz="1200" b="1" dirty="0">
                <a:solidFill>
                  <a:srgbClr val="2563EB"/>
                </a:solidFill>
              </a:rPr>
              <a:t>Interaction model demonstrated; persistent autonomous work is future.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168FBD-09A7-4011-B317-B2C3171EA38D}"/>
              </a:ext>
            </a:extLst>
          </p:cNvPr>
          <p:cNvSpPr>
            <a:spLocks noGrp="1"/>
          </p:cNvSpPr>
          <p:nvPr/>
        </p:nvSpPr>
        <p:spPr>
          <a:xfrm>
            <a:off x="8477250" y="3419475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BD5A40-E9CF-4AEA-8658-2B315B28587E}"/>
              </a:ext>
            </a:extLst>
          </p:cNvPr>
          <p:cNvSpPr>
            <a:spLocks noGrp="1"/>
          </p:cNvSpPr>
          <p:nvPr/>
        </p:nvSpPr>
        <p:spPr>
          <a:xfrm>
            <a:off x="10096500" y="2324100"/>
            <a:ext cx="2381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E53CDC-75BE-4096-8CA7-15F82D8DB2D9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21F1B87-5D05-4E03-AFFF-9CBA01E83C25}"/>
              </a:ext>
            </a:extLst>
          </p:cNvPr>
          <p:cNvSpPr>
            <a:spLocks noGrp="1"/>
          </p:cNvSpPr>
          <p:nvPr/>
        </p:nvSpPr>
        <p:spPr>
          <a:xfrm>
            <a:off x="9286875" y="6438900"/>
            <a:ext cx="2333625" cy="2381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7F7CF6-3B5A-4604-A535-BFB52978D5EB}"/>
              </a:ext>
            </a:extLst>
          </p:cNvPr>
          <p:cNvSpPr>
            <a:spLocks noGrp="1"/>
          </p:cNvSpPr>
          <p:nvPr/>
        </p:nvSpPr>
        <p:spPr>
          <a:xfrm>
            <a:off x="9401175" y="6486525"/>
            <a:ext cx="21050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Scripted / optional AI • autonomy future</a:t>
            </a:r>
          </a:p>
        </p:txBody>
      </p:sp>
    </p:spTree>
    <p:extLst>
      <p:ext uri="{BB962C8B-B14F-4D97-AF65-F5344CB8AC3E}">
        <p14:creationId xmlns:p14="http://schemas.microsoft.com/office/powerpoint/2010/main" val="1548210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9D864BA-9E66-4972-AF40-F2C2A14410C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CONNECTED ECOSYSTEM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6F6E2-E044-46A9-A464-61DA4601AFE5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 err="1">
                <a:solidFill>
                  <a:srgbClr val="11194A"/>
                </a:solidFill>
              </a:rPr>
              <a:t>CareerOS</a:t>
            </a:r>
            <a:r>
              <a:rPr sz="2700" b="1" dirty="0">
                <a:solidFill>
                  <a:srgbClr val="11194A"/>
                </a:solidFill>
              </a:rPr>
              <a:t> becomes more than three </a:t>
            </a:r>
            <a:endParaRPr lang="en-MY" sz="2700" b="1" dirty="0">
              <a:solidFill>
                <a:srgbClr val="11194A"/>
              </a:solidFill>
            </a:endParaRPr>
          </a:p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workspaces when evidence survives the handoff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11DEAC-E258-4F87-A9D2-0F872B45792D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20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5A0543-0E0D-4F43-8CFB-5DA9D765CB79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1A938C-BB68-4F3D-8158-02F3884D2C77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EMPLOYER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839E8C-7AC3-4949-B0BC-78371F7D43C0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2057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defines an evidence-producing challenge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E43CA7-4B9E-4627-B935-A73713F50BE5}"/>
              </a:ext>
            </a:extLst>
          </p:cNvPr>
          <p:cNvSpPr>
            <a:spLocks noGrp="1"/>
          </p:cNvSpPr>
          <p:nvPr/>
        </p:nvSpPr>
        <p:spPr>
          <a:xfrm>
            <a:off x="3095625" y="26670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4F46E5"/>
                </a:solidFill>
              </a:defRPr>
            </a:pPr>
            <a:r>
              <a:rPr sz="195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46BE29-3BB3-4F6E-8C05-288FA6A8ADCC}"/>
              </a:ext>
            </a:extLst>
          </p:cNvPr>
          <p:cNvSpPr>
            <a:spLocks noGrp="1"/>
          </p:cNvSpPr>
          <p:nvPr/>
        </p:nvSpPr>
        <p:spPr>
          <a:xfrm>
            <a:off x="3371850" y="180975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1E3B74-7642-4D0A-8479-E84DF3395DC1}"/>
              </a:ext>
            </a:extLst>
          </p:cNvPr>
          <p:cNvSpPr>
            <a:spLocks noGrp="1"/>
          </p:cNvSpPr>
          <p:nvPr/>
        </p:nvSpPr>
        <p:spPr>
          <a:xfrm>
            <a:off x="3581400" y="207645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STUDENT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08245D-3171-45F8-8A45-4924A7F40FCE}"/>
              </a:ext>
            </a:extLst>
          </p:cNvPr>
          <p:cNvSpPr>
            <a:spLocks noGrp="1"/>
          </p:cNvSpPr>
          <p:nvPr/>
        </p:nvSpPr>
        <p:spPr>
          <a:xfrm>
            <a:off x="3581400" y="2495550"/>
            <a:ext cx="2057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turns participation into Career 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ED595-DA0D-42EB-BF5F-DA288250DC6D}"/>
              </a:ext>
            </a:extLst>
          </p:cNvPr>
          <p:cNvSpPr>
            <a:spLocks noGrp="1"/>
          </p:cNvSpPr>
          <p:nvPr/>
        </p:nvSpPr>
        <p:spPr>
          <a:xfrm>
            <a:off x="5915025" y="26670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4F46E5"/>
                </a:solidFill>
              </a:defRPr>
            </a:pPr>
            <a:r>
              <a:rPr sz="1950" b="1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6C079A-5937-4426-8DCD-5B17FF487F03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8B8B04-299F-4466-AC95-C62B2C37A773}"/>
              </a:ext>
            </a:extLst>
          </p:cNvPr>
          <p:cNvSpPr>
            <a:spLocks noGrp="1"/>
          </p:cNvSpPr>
          <p:nvPr/>
        </p:nvSpPr>
        <p:spPr>
          <a:xfrm>
            <a:off x="6400800" y="207645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EMPLOYER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61A03A-A0FB-4A0F-B465-6895C522AB66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2057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uses evidence as explainable context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3FDCBB-3A97-4E85-901B-C470B56E434E}"/>
              </a:ext>
            </a:extLst>
          </p:cNvPr>
          <p:cNvSpPr>
            <a:spLocks noGrp="1"/>
          </p:cNvSpPr>
          <p:nvPr/>
        </p:nvSpPr>
        <p:spPr>
          <a:xfrm>
            <a:off x="8734425" y="26670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475569"/>
                </a:solidFill>
              </a:defRPr>
            </a:pPr>
            <a:r>
              <a:rPr sz="1950" b="1">
                <a:solidFill>
                  <a:srgbClr val="475569"/>
                </a:solidFill>
              </a:rPr>
              <a:t>⇢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30B09D-9E22-4628-BFAD-3C95E26CAD2D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3D1446-FD28-4146-9861-F775943434FC}"/>
              </a:ext>
            </a:extLst>
          </p:cNvPr>
          <p:cNvSpPr>
            <a:spLocks noGrp="1"/>
          </p:cNvSpPr>
          <p:nvPr/>
        </p:nvSpPr>
        <p:spPr>
          <a:xfrm>
            <a:off x="9220200" y="207645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UNIVERSITY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44D5A1-5CD0-40A0-B2F1-1CAE1F69C5CD}"/>
              </a:ext>
            </a:extLst>
          </p:cNvPr>
          <p:cNvSpPr>
            <a:spLocks noGrp="1"/>
          </p:cNvSpPr>
          <p:nvPr/>
        </p:nvSpPr>
        <p:spPr>
          <a:xfrm>
            <a:off x="9220200" y="2495550"/>
            <a:ext cx="2057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assigns an intervention and preserves evidence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9BA7C6-10E0-4FDD-B534-9D20E35709CB}"/>
              </a:ext>
            </a:extLst>
          </p:cNvPr>
          <p:cNvSpPr>
            <a:spLocks noGrp="1"/>
          </p:cNvSpPr>
          <p:nvPr/>
        </p:nvSpPr>
        <p:spPr>
          <a:xfrm>
            <a:off x="1238250" y="4286250"/>
            <a:ext cx="9715500" cy="1066800"/>
          </a:xfrm>
          <a:prstGeom prst="roundRect">
            <a:avLst>
              <a:gd name="adj" fmla="val 10714"/>
            </a:avLst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3D6C89-88C1-4AC0-B115-CC49A72ADFFF}"/>
              </a:ext>
            </a:extLst>
          </p:cNvPr>
          <p:cNvSpPr>
            <a:spLocks noGrp="1"/>
          </p:cNvSpPr>
          <p:nvPr/>
        </p:nvSpPr>
        <p:spPr>
          <a:xfrm>
            <a:off x="1666875" y="4524375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94A"/>
                </a:solidFill>
              </a:defRPr>
            </a:pPr>
            <a:r>
              <a:rPr sz="1500" b="1">
                <a:solidFill>
                  <a:srgbClr val="11194A"/>
                </a:solidFill>
              </a:rPr>
              <a:t>Solid handoffs are represented in the repository. Dashed propagation requires permissions, provenance, and integrations.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104AD8-62F1-48F2-8AD6-F622039837A6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558119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1394ED7-7398-4245-BB5A-D39EABD7E07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IMPLEMENTATION TRUTH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9DA0F-0393-4ED9-B980-2A842C1E44C9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 dirty="0">
                <a:solidFill>
                  <a:srgbClr val="11194A"/>
                </a:solidFill>
              </a:rPr>
              <a:t>The prototype proves product logic</a:t>
            </a:r>
            <a:r>
              <a:rPr lang="en-MY" sz="2700" b="1" dirty="0">
                <a:solidFill>
                  <a:srgbClr val="11194A"/>
                </a:solidFill>
              </a:rPr>
              <a:t>, </a:t>
            </a:r>
            <a:r>
              <a:rPr sz="2700" b="1" dirty="0">
                <a:solidFill>
                  <a:srgbClr val="11194A"/>
                </a:solidFill>
              </a:rPr>
              <a:t>not adoption, accuracy, or integration.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917C9E-07F1-45D1-A7A5-9EA920C1EF75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21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E8AD61-B56B-4086-8C35-FA3EA77C712B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2E40B-B6C8-4105-8EE5-9D0ACB0954E0}"/>
              </a:ext>
            </a:extLst>
          </p:cNvPr>
          <p:cNvSpPr>
            <a:spLocks noGrp="1"/>
          </p:cNvSpPr>
          <p:nvPr/>
        </p:nvSpPr>
        <p:spPr>
          <a:xfrm>
            <a:off x="800100" y="18383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DEMONSTRATED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294278-8C97-47CA-8334-6494D7BBCC00}"/>
              </a:ext>
            </a:extLst>
          </p:cNvPr>
          <p:cNvSpPr>
            <a:spLocks noGrp="1"/>
          </p:cNvSpPr>
          <p:nvPr/>
        </p:nvSpPr>
        <p:spPr>
          <a:xfrm>
            <a:off x="800100" y="218122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Working prototype interactions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0A47AD-02C5-4B86-ABFA-7BC0B3FDF57D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Three compiled workspaces; rich local interactions; selected cross-page state; partial FastAPI routes; evidence-to-action UX.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4AD92C-3E34-4B3E-ABB0-9788AA44DEF7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Inspect today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4E1B95-C1FC-415B-AEC2-1D51A61C5F70}"/>
              </a:ext>
            </a:extLst>
          </p:cNvPr>
          <p:cNvSpPr>
            <a:spLocks noGrp="1"/>
          </p:cNvSpPr>
          <p:nvPr/>
        </p:nvSpPr>
        <p:spPr>
          <a:xfrm>
            <a:off x="4267200" y="160020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DCE27B-2F57-4AC8-A65E-E4927A9DB7AF}"/>
              </a:ext>
            </a:extLst>
          </p:cNvPr>
          <p:cNvSpPr>
            <a:spLocks noGrp="1"/>
          </p:cNvSpPr>
          <p:nvPr/>
        </p:nvSpPr>
        <p:spPr>
          <a:xfrm>
            <a:off x="4514850" y="18383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B45309"/>
                </a:solidFill>
              </a:defRPr>
            </a:pPr>
            <a:r>
              <a:rPr sz="900" b="1">
                <a:solidFill>
                  <a:srgbClr val="B45309"/>
                </a:solidFill>
              </a:rPr>
              <a:t>SIMULATED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9AFBEC-4B97-4A86-8CB1-B8FF5C0B9F6B}"/>
              </a:ext>
            </a:extLst>
          </p:cNvPr>
          <p:cNvSpPr>
            <a:spLocks noGrp="1"/>
          </p:cNvSpPr>
          <p:nvPr/>
        </p:nvSpPr>
        <p:spPr>
          <a:xfrm>
            <a:off x="4514850" y="218122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Intelligence and operational effects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796C6C-7755-42F5-A240-5CD72D8EFA86}"/>
              </a:ext>
            </a:extLst>
          </p:cNvPr>
          <p:cNvSpPr>
            <a:spLocks noGrp="1"/>
          </p:cNvSpPr>
          <p:nvPr/>
        </p:nvSpPr>
        <p:spPr>
          <a:xfrm>
            <a:off x="4514850" y="310515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Recommendations, scores, cohort and candidate data, sends, exports, uploads, generated drafts, and most persistence.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E337-874C-4B68-AAEC-94BB61F0CEFC}"/>
              </a:ext>
            </a:extLst>
          </p:cNvPr>
          <p:cNvSpPr>
            <a:spLocks noGrp="1"/>
          </p:cNvSpPr>
          <p:nvPr/>
        </p:nvSpPr>
        <p:spPr>
          <a:xfrm>
            <a:off x="4514850" y="438150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Label clearly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C896103-FC8C-4FBD-AAAD-3FE3F041848B}"/>
              </a:ext>
            </a:extLst>
          </p:cNvPr>
          <p:cNvSpPr>
            <a:spLocks noGrp="1"/>
          </p:cNvSpPr>
          <p:nvPr/>
        </p:nvSpPr>
        <p:spPr>
          <a:xfrm>
            <a:off x="7981950" y="1600200"/>
            <a:ext cx="34099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9A47B-27DA-4F07-A8D0-6EF7B04EEF99}"/>
              </a:ext>
            </a:extLst>
          </p:cNvPr>
          <p:cNvSpPr>
            <a:spLocks noGrp="1"/>
          </p:cNvSpPr>
          <p:nvPr/>
        </p:nvSpPr>
        <p:spPr>
          <a:xfrm>
            <a:off x="8229600" y="18383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FUTURE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A2D3F1-A569-4242-9C38-439C62BECB16}"/>
              </a:ext>
            </a:extLst>
          </p:cNvPr>
          <p:cNvSpPr>
            <a:spLocks noGrp="1"/>
          </p:cNvSpPr>
          <p:nvPr/>
        </p:nvSpPr>
        <p:spPr>
          <a:xfrm>
            <a:off x="8229600" y="2181225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94A"/>
                </a:solidFill>
              </a:defRPr>
            </a:pPr>
            <a:r>
              <a:rPr sz="1875" b="1">
                <a:solidFill>
                  <a:srgbClr val="11194A"/>
                </a:solidFill>
              </a:rPr>
              <a:t>Production trust and network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47B3CB-5B35-47C1-8983-205554227F8F}"/>
              </a:ext>
            </a:extLst>
          </p:cNvPr>
          <p:cNvSpPr>
            <a:spLocks noGrp="1"/>
          </p:cNvSpPr>
          <p:nvPr/>
        </p:nvSpPr>
        <p:spPr>
          <a:xfrm>
            <a:off x="8229600" y="3105150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Permissions, provenance, verification, integrations, validated models, cross-organisation propagation, and autonomous monitoring.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442AA1-391F-46F5-BE3A-3A7A2757BDCA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914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Validate next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8B46E4-03F8-4B0E-B125-98F460E94450}"/>
              </a:ext>
            </a:extLst>
          </p:cNvPr>
          <p:cNvSpPr>
            <a:spLocks noGrp="1"/>
          </p:cNvSpPr>
          <p:nvPr/>
        </p:nvSpPr>
        <p:spPr>
          <a:xfrm>
            <a:off x="1238250" y="5295900"/>
            <a:ext cx="971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94A"/>
                </a:solidFill>
              </a:defRPr>
            </a:pPr>
            <a:r>
              <a:rPr sz="1725" b="1">
                <a:solidFill>
                  <a:srgbClr val="11194A"/>
                </a:solidFill>
              </a:rPr>
              <a:t>No customers, partnerships, adoption, measured outcomes, ROI, or AI accuracy are claimed.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02BF62-9AE6-4319-80B3-62010F5B123D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1587544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15753B-4D96-4EAC-8236-DC648A268AA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TALENTBANK STRATEGIC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A4F800-215E-4713-BA74-25BAC11ECFF8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CareerOS could extend Talentbank from episodic transactions to relationship infrastructure.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03A5C0-7448-4019-A1B1-0E86AC409276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22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335AC9-432B-45AA-B3D4-B10C1B1750B2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52197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CB9D25-734F-44EF-BDE3-2586EFEB8735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STUDENTS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B98DC7-4F06-4360-877F-8695F77D89E6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94A"/>
                </a:solidFill>
              </a:defRPr>
            </a:pPr>
            <a:r>
              <a:rPr sz="1425" b="1">
                <a:solidFill>
                  <a:srgbClr val="11194A"/>
                </a:solidFill>
              </a:rPr>
              <a:t>Engage before, between, and after applications through evidence, guidance, practice, and community.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08C8E8-4B74-4F47-9CD7-D8121DB0D242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52197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EF328F-8C5E-4CA2-9E08-CC8FAC4DD8A4}"/>
              </a:ext>
            </a:extLst>
          </p:cNvPr>
          <p:cNvSpPr>
            <a:spLocks noGrp="1"/>
          </p:cNvSpPr>
          <p:nvPr/>
        </p:nvSpPr>
        <p:spPr>
          <a:xfrm>
            <a:off x="6324600" y="18097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EMPLOYERS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51E3D-61FA-4197-8918-97B64DD7D519}"/>
              </a:ext>
            </a:extLst>
          </p:cNvPr>
          <p:cNvSpPr>
            <a:spLocks noGrp="1"/>
          </p:cNvSpPr>
          <p:nvPr/>
        </p:nvSpPr>
        <p:spPr>
          <a:xfrm>
            <a:off x="6324600" y="21336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94A"/>
                </a:solidFill>
              </a:defRPr>
            </a:pPr>
            <a:r>
              <a:rPr sz="1425" b="1">
                <a:solidFill>
                  <a:srgbClr val="11194A"/>
                </a:solidFill>
              </a:rPr>
              <a:t>Add evidence-led discovery, warm-pipeline recovery, and engagement design to listings.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973B47-A663-40C3-BEC9-7393C8C5A62E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52197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2AF1C7-9D06-4A3F-A5C4-4E898695E70A}"/>
              </a:ext>
            </a:extLst>
          </p:cNvPr>
          <p:cNvSpPr>
            <a:spLocks noGrp="1"/>
          </p:cNvSpPr>
          <p:nvPr/>
        </p:nvSpPr>
        <p:spPr>
          <a:xfrm>
            <a:off x="781050" y="3581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UNIVERSITIES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4CAD74-15BF-47E7-A5BA-66BADE7D4FBA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94A"/>
                </a:solidFill>
              </a:defRPr>
            </a:pPr>
            <a:r>
              <a:rPr sz="1425" b="1">
                <a:solidFill>
                  <a:srgbClr val="11194A"/>
                </a:solidFill>
              </a:rPr>
              <a:t>Add readiness, alignment, collaboration, outcome, accreditation, and decision workflows.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0F8381-68AA-4293-A1F9-20E150CE82F7}"/>
              </a:ext>
            </a:extLst>
          </p:cNvPr>
          <p:cNvSpPr>
            <a:spLocks noGrp="1"/>
          </p:cNvSpPr>
          <p:nvPr/>
        </p:nvSpPr>
        <p:spPr>
          <a:xfrm>
            <a:off x="6096000" y="3352800"/>
            <a:ext cx="5219700" cy="1466850"/>
          </a:xfrm>
          <a:prstGeom prst="roundRect">
            <a:avLst>
              <a:gd name="adj" fmla="val 7792"/>
            </a:avLst>
          </a:prstGeom>
          <a:solidFill>
            <a:srgbClr val="EEF2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2C93A-A26A-447B-9E9D-A4FBE5CF2641}"/>
              </a:ext>
            </a:extLst>
          </p:cNvPr>
          <p:cNvSpPr>
            <a:spLocks noGrp="1"/>
          </p:cNvSpPr>
          <p:nvPr/>
        </p:nvSpPr>
        <p:spPr>
          <a:xfrm>
            <a:off x="6324600" y="358140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4F46E5"/>
                </a:solidFill>
              </a:defRPr>
            </a:pPr>
            <a:r>
              <a:rPr sz="900" b="1">
                <a:solidFill>
                  <a:srgbClr val="4F46E5"/>
                </a:solidFill>
              </a:rPr>
              <a:t>ECOSYSTEM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5CCE00-321B-45A5-AA6D-0EB5DF2B8A5C}"/>
              </a:ext>
            </a:extLst>
          </p:cNvPr>
          <p:cNvSpPr>
            <a:spLocks noGrp="1"/>
          </p:cNvSpPr>
          <p:nvPr/>
        </p:nvSpPr>
        <p:spPr>
          <a:xfrm>
            <a:off x="6324600" y="39052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94A"/>
                </a:solidFill>
              </a:defRPr>
            </a:pPr>
            <a:r>
              <a:rPr sz="1425" b="1">
                <a:solidFill>
                  <a:srgbClr val="11194A"/>
                </a:solidFill>
              </a:rPr>
              <a:t>Compound permissioned evidence and relationship history across repeated interactions.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9A50EA8-71DE-497A-88C6-56F411EF1232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647700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A6F3D0-2A14-4B89-B8F8-DE5ABE67BC7A}"/>
              </a:ext>
            </a:extLst>
          </p:cNvPr>
          <p:cNvSpPr>
            <a:spLocks noGrp="1"/>
          </p:cNvSpPr>
          <p:nvPr/>
        </p:nvSpPr>
        <p:spPr>
          <a:xfrm>
            <a:off x="1714500" y="5524500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Strategic condition: data rights, distribution, buyer demand, consent, trust, integration cost, and ownership must be validated.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90021A-672A-46F7-96E5-431A456AB04A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1772239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2D6E3F7-5EF9-42DB-A00C-12A6825D327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NEXT-STAGE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23BB1E-F1C2-4DEB-BB68-62178AE38256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94A"/>
                </a:solidFill>
              </a:defRPr>
            </a:pPr>
            <a:r>
              <a:rPr sz="2700" b="1">
                <a:solidFill>
                  <a:srgbClr val="11194A"/>
                </a:solidFill>
              </a:rPr>
              <a:t>Prove one repeated workflow before scaling the network.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C6A919-DC29-4FBD-B056-0913B2FBD5F9}"/>
              </a:ext>
            </a:extLst>
          </p:cNvPr>
          <p:cNvSpPr>
            <a:spLocks noGrp="1"/>
          </p:cNvSpPr>
          <p:nvPr/>
        </p:nvSpPr>
        <p:spPr>
          <a:xfrm>
            <a:off x="11144250" y="3714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4829B"/>
                </a:solidFill>
              </a:defRPr>
            </a:pPr>
            <a:r>
              <a:rPr sz="900" b="1">
                <a:solidFill>
                  <a:srgbClr val="74829B"/>
                </a:solidFill>
              </a:rPr>
              <a:t>23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7778C7-AFB3-4CA0-849D-4B3E269756A8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4953000" cy="4143375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F897E3-111F-4BC0-8B05-B78541A58144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VALIDATION HYPOTHESIS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23ECB-30EA-4319-B55F-C5F04B7C1CAD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0957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94A"/>
                </a:solidFill>
              </a:defRPr>
            </a:pPr>
            <a:r>
              <a:rPr sz="2025" b="1">
                <a:solidFill>
                  <a:srgbClr val="11194A"/>
                </a:solidFill>
              </a:rPr>
              <a:t>Can one computing/data faculty detect two employability gaps, launch a current-cohort intervention, capture student evidence, and produce a reusable summary?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4372A-7978-48DD-8480-E704D7349B6E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Recommended path—not an announced pilot or partnership.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02D54B-0B4D-487D-9D04-0A6BFA3F33D8}"/>
              </a:ext>
            </a:extLst>
          </p:cNvPr>
          <p:cNvSpPr>
            <a:spLocks noGrp="1"/>
          </p:cNvSpPr>
          <p:nvPr/>
        </p:nvSpPr>
        <p:spPr>
          <a:xfrm>
            <a:off x="5905500" y="1485900"/>
            <a:ext cx="5734050" cy="4143375"/>
          </a:xfrm>
          <a:prstGeom prst="roundRect">
            <a:avLst>
              <a:gd name="adj" fmla="val 2759"/>
            </a:avLst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5DF69D-A16D-405E-9819-B41B0AF7B2B6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MEASURE TO LEARN—NOT TO CLAIM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2BCB46-81BA-4E81-BF64-A4305A5AFDF0}"/>
              </a:ext>
            </a:extLst>
          </p:cNvPr>
          <p:cNvSpPr>
            <a:spLocks noGrp="1"/>
          </p:cNvSpPr>
          <p:nvPr/>
        </p:nvSpPr>
        <p:spPr>
          <a:xfrm>
            <a:off x="6229350" y="22479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8AB00D-24EC-4ABB-98D8-9E1AB36387DC}"/>
              </a:ext>
            </a:extLst>
          </p:cNvPr>
          <p:cNvSpPr>
            <a:spLocks noGrp="1"/>
          </p:cNvSpPr>
          <p:nvPr/>
        </p:nvSpPr>
        <p:spPr>
          <a:xfrm>
            <a:off x="6229350" y="22860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7C3AED"/>
                </a:solidFill>
              </a:defRPr>
            </a:pPr>
            <a:r>
              <a:rPr sz="750" b="1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1F3DF3-4469-42C2-8519-9F0391879E81}"/>
              </a:ext>
            </a:extLst>
          </p:cNvPr>
          <p:cNvSpPr>
            <a:spLocks noGrp="1"/>
          </p:cNvSpPr>
          <p:nvPr/>
        </p:nvSpPr>
        <p:spPr>
          <a:xfrm>
            <a:off x="6553200" y="2209800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Career Memory evidence completion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39EDE0-4CA8-47C6-B3CC-E00CACB86811}"/>
              </a:ext>
            </a:extLst>
          </p:cNvPr>
          <p:cNvSpPr>
            <a:spLocks noGrp="1"/>
          </p:cNvSpPr>
          <p:nvPr/>
        </p:nvSpPr>
        <p:spPr>
          <a:xfrm>
            <a:off x="6229350" y="27908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DF29AB-4DB2-4AE2-978A-CC0EA761FDEC}"/>
              </a:ext>
            </a:extLst>
          </p:cNvPr>
          <p:cNvSpPr>
            <a:spLocks noGrp="1"/>
          </p:cNvSpPr>
          <p:nvPr/>
        </p:nvSpPr>
        <p:spPr>
          <a:xfrm>
            <a:off x="6229350" y="282892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877CFB-737A-4231-9F58-AC4BB8530D3E}"/>
              </a:ext>
            </a:extLst>
          </p:cNvPr>
          <p:cNvSpPr>
            <a:spLocks noGrp="1"/>
          </p:cNvSpPr>
          <p:nvPr/>
        </p:nvSpPr>
        <p:spPr>
          <a:xfrm>
            <a:off x="6553200" y="2752725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Intervention uptake and completion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5F052B-C53F-4C56-83AA-E359A1413B31}"/>
              </a:ext>
            </a:extLst>
          </p:cNvPr>
          <p:cNvSpPr>
            <a:spLocks noGrp="1"/>
          </p:cNvSpPr>
          <p:nvPr/>
        </p:nvSpPr>
        <p:spPr>
          <a:xfrm>
            <a:off x="6229350" y="3333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C3A843-ED8C-45A5-8AD8-BFD3AC37F8F8}"/>
              </a:ext>
            </a:extLst>
          </p:cNvPr>
          <p:cNvSpPr>
            <a:spLocks noGrp="1"/>
          </p:cNvSpPr>
          <p:nvPr/>
        </p:nvSpPr>
        <p:spPr>
          <a:xfrm>
            <a:off x="6229350" y="337185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90813-7CAF-40EE-B890-374379B4D259}"/>
              </a:ext>
            </a:extLst>
          </p:cNvPr>
          <p:cNvSpPr>
            <a:spLocks noGrp="1"/>
          </p:cNvSpPr>
          <p:nvPr/>
        </p:nvSpPr>
        <p:spPr>
          <a:xfrm>
            <a:off x="6553200" y="3295650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Employer participation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F91FD6A-0857-417D-BCCB-E16C74620261}"/>
              </a:ext>
            </a:extLst>
          </p:cNvPr>
          <p:cNvSpPr>
            <a:spLocks noGrp="1"/>
          </p:cNvSpPr>
          <p:nvPr/>
        </p:nvSpPr>
        <p:spPr>
          <a:xfrm>
            <a:off x="6229350" y="38766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4D5815-0DC1-4CA8-A28D-DED88098F082}"/>
              </a:ext>
            </a:extLst>
          </p:cNvPr>
          <p:cNvSpPr>
            <a:spLocks noGrp="1"/>
          </p:cNvSpPr>
          <p:nvPr/>
        </p:nvSpPr>
        <p:spPr>
          <a:xfrm>
            <a:off x="6229350" y="3914775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8B2EA2-855A-41C8-AA7E-1B2C87187731}"/>
              </a:ext>
            </a:extLst>
          </p:cNvPr>
          <p:cNvSpPr>
            <a:spLocks noGrp="1"/>
          </p:cNvSpPr>
          <p:nvPr/>
        </p:nvSpPr>
        <p:spPr>
          <a:xfrm>
            <a:off x="6553200" y="3838575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Time from signal to assigned action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5AE6AAA-7599-47C5-BDF3-6EEC56A06220}"/>
              </a:ext>
            </a:extLst>
          </p:cNvPr>
          <p:cNvSpPr>
            <a:spLocks noGrp="1"/>
          </p:cNvSpPr>
          <p:nvPr/>
        </p:nvSpPr>
        <p:spPr>
          <a:xfrm>
            <a:off x="6229350" y="4419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34B225-4F41-4CD7-AEEC-7792F2C818A4}"/>
              </a:ext>
            </a:extLst>
          </p:cNvPr>
          <p:cNvSpPr>
            <a:spLocks noGrp="1"/>
          </p:cNvSpPr>
          <p:nvPr/>
        </p:nvSpPr>
        <p:spPr>
          <a:xfrm>
            <a:off x="6229350" y="4457700"/>
            <a:ext cx="2095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2563EB"/>
                </a:solidFill>
              </a:defRPr>
            </a:pPr>
            <a:r>
              <a:rPr sz="7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C0595A-0B6D-4D22-99A7-453CE76131E4}"/>
              </a:ext>
            </a:extLst>
          </p:cNvPr>
          <p:cNvSpPr>
            <a:spLocks noGrp="1"/>
          </p:cNvSpPr>
          <p:nvPr/>
        </p:nvSpPr>
        <p:spPr>
          <a:xfrm>
            <a:off x="6553200" y="4381500"/>
            <a:ext cx="4533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27F"/>
                </a:solidFill>
              </a:defRPr>
            </a:pPr>
            <a:r>
              <a:rPr sz="1275" b="0">
                <a:solidFill>
                  <a:srgbClr val="52627F"/>
                </a:solidFill>
              </a:rPr>
              <a:t>Staff time to prepare an evidence summary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47D690-E4B3-4C7A-A465-9C99156F4312}"/>
              </a:ext>
            </a:extLst>
          </p:cNvPr>
          <p:cNvSpPr>
            <a:spLocks noGrp="1"/>
          </p:cNvSpPr>
          <p:nvPr/>
        </p:nvSpPr>
        <p:spPr>
          <a:xfrm>
            <a:off x="6229350" y="509587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Decision gates: consent, buyer ownership, data availability, adoption, and operational value.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DD9D61-7EA9-4182-84A9-D0DBDA5D68F3}"/>
              </a:ext>
            </a:extLst>
          </p:cNvPr>
          <p:cNvSpPr>
            <a:spLocks noGrp="1"/>
          </p:cNvSpPr>
          <p:nvPr/>
        </p:nvSpPr>
        <p:spPr>
          <a:xfrm>
            <a:off x="552450" y="6524625"/>
            <a:ext cx="438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4829B"/>
                </a:solidFill>
              </a:defRPr>
            </a:pPr>
            <a:r>
              <a:rPr sz="825" b="0">
                <a:solidFill>
                  <a:srgbClr val="74829B"/>
                </a:solidFill>
              </a:rPr>
              <a:t>CareerOS • Talentbank AI Hackathon</a:t>
            </a:r>
          </a:p>
        </p:txBody>
      </p:sp>
    </p:spTree>
    <p:extLst>
      <p:ext uri="{BB962C8B-B14F-4D97-AF65-F5344CB8AC3E}">
        <p14:creationId xmlns:p14="http://schemas.microsoft.com/office/powerpoint/2010/main" val="1899074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081C8DA-7D31-4D99-B41F-EB9016C235A4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CAREEROS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2CA418-72B1-4655-8324-9D4B53DD947D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56197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125" b="1">
                <a:solidFill>
                  <a:srgbClr val="11194A"/>
                </a:solidFill>
              </a:defRPr>
            </a:pPr>
            <a:r>
              <a:rPr sz="4125" b="1">
                <a:solidFill>
                  <a:srgbClr val="11194A"/>
                </a:solidFill>
              </a:rPr>
              <a:t>Remember the signal.</a:t>
            </a:r>
          </a:p>
          <a:p>
            <a:pPr algn="l">
              <a:defRPr sz="4125" b="1">
                <a:solidFill>
                  <a:srgbClr val="11194A"/>
                </a:solidFill>
              </a:defRPr>
            </a:pPr>
            <a:r>
              <a:rPr sz="4125" b="1">
                <a:solidFill>
                  <a:srgbClr val="11194A"/>
                </a:solidFill>
              </a:rPr>
              <a:t>Prove it.</a:t>
            </a:r>
          </a:p>
          <a:p>
            <a:pPr algn="l">
              <a:defRPr sz="4125" b="1">
                <a:solidFill>
                  <a:srgbClr val="11194A"/>
                </a:solidFill>
              </a:defRPr>
            </a:pPr>
            <a:r>
              <a:rPr sz="4125" b="1">
                <a:solidFill>
                  <a:srgbClr val="11194A"/>
                </a:solidFill>
              </a:rPr>
              <a:t>Act earlier.</a:t>
            </a:r>
          </a:p>
          <a:p>
            <a:pPr algn="l">
              <a:defRPr sz="4125" b="1">
                <a:solidFill>
                  <a:srgbClr val="11194A"/>
                </a:solidFill>
              </a:defRPr>
            </a:pPr>
            <a:r>
              <a:rPr sz="4125" b="1">
                <a:solidFill>
                  <a:srgbClr val="11194A"/>
                </a:solidFill>
              </a:rPr>
              <a:t>Learn.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EB0FD6-F04F-4F03-9FAC-60E26AE288EA}"/>
              </a:ext>
            </a:extLst>
          </p:cNvPr>
          <p:cNvSpPr>
            <a:spLocks noGrp="1"/>
          </p:cNvSpPr>
          <p:nvPr/>
        </p:nvSpPr>
        <p:spPr>
          <a:xfrm>
            <a:off x="6953250" y="1143000"/>
            <a:ext cx="4476750" cy="3676650"/>
          </a:xfrm>
          <a:prstGeom prst="roundRect">
            <a:avLst>
              <a:gd name="adj" fmla="val 3109"/>
            </a:avLst>
          </a:prstGeom>
          <a:solidFill>
            <a:srgbClr val="EEF2FF"/>
          </a:solidFill>
          <a:ln w="9525">
            <a:solidFill>
              <a:srgbClr val="D7E0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MY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92F635-F00B-42D5-BCBD-5E331B0D30EE}"/>
              </a:ext>
            </a:extLst>
          </p:cNvPr>
          <p:cNvSpPr>
            <a:spLocks noGrp="1"/>
          </p:cNvSpPr>
          <p:nvPr/>
        </p:nvSpPr>
        <p:spPr>
          <a:xfrm>
            <a:off x="7334250" y="1581150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STUDENTS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82D50-D7F9-46E4-9C92-A428BBD8EC73}"/>
              </a:ext>
            </a:extLst>
          </p:cNvPr>
          <p:cNvSpPr>
            <a:spLocks noGrp="1"/>
          </p:cNvSpPr>
          <p:nvPr/>
        </p:nvSpPr>
        <p:spPr>
          <a:xfrm>
            <a:off x="7334250" y="188595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Preserve evidence and choose clearer next actions.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B8992F-8DBD-42B4-BFA4-7527272A6291}"/>
              </a:ext>
            </a:extLst>
          </p:cNvPr>
          <p:cNvSpPr>
            <a:spLocks noGrp="1"/>
          </p:cNvSpPr>
          <p:nvPr/>
        </p:nvSpPr>
        <p:spPr>
          <a:xfrm>
            <a:off x="7334250" y="2724150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EMPLOYERS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FA90EF-2AFB-4191-A7D2-A5F05728CE66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Retain context and make explainable talent decisions.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3890E7-FC41-4EE7-A3CF-ECDCC288D62F}"/>
              </a:ext>
            </a:extLst>
          </p:cNvPr>
          <p:cNvSpPr>
            <a:spLocks noGrp="1"/>
          </p:cNvSpPr>
          <p:nvPr/>
        </p:nvSpPr>
        <p:spPr>
          <a:xfrm>
            <a:off x="7334250" y="3867150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UNIVERSITIES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3D82E0-ADC0-4D0C-BE6D-6BF3839E5088}"/>
              </a:ext>
            </a:extLst>
          </p:cNvPr>
          <p:cNvSpPr>
            <a:spLocks noGrp="1"/>
          </p:cNvSpPr>
          <p:nvPr/>
        </p:nvSpPr>
        <p:spPr>
          <a:xfrm>
            <a:off x="7334250" y="417195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94A"/>
                </a:solidFill>
              </a:defRPr>
            </a:pPr>
            <a:r>
              <a:rPr sz="1575" b="1">
                <a:solidFill>
                  <a:srgbClr val="11194A"/>
                </a:solidFill>
              </a:rPr>
              <a:t>Act on gaps while there is still time to change the outcome.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80DB42-1FCA-4C1D-BD1E-B56027A00E34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The evidence memory and action layer between education and employment.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7EE2FD-E8E2-43DC-84FB-978DA363D4A0}"/>
              </a:ext>
            </a:extLst>
          </p:cNvPr>
          <p:cNvSpPr>
            <a:spLocks noGrp="1"/>
          </p:cNvSpPr>
          <p:nvPr/>
        </p:nvSpPr>
        <p:spPr>
          <a:xfrm>
            <a:off x="9001125" y="6419850"/>
            <a:ext cx="2619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74829B"/>
                </a:solidFill>
              </a:defRPr>
            </a:pPr>
            <a:r>
              <a:rPr sz="900" b="0">
                <a:solidFill>
                  <a:srgbClr val="74829B"/>
                </a:solidFill>
              </a:rPr>
              <a:t>Talentbank AI Hackathon • 2026</a:t>
            </a:r>
          </a:p>
        </p:txBody>
      </p:sp>
    </p:spTree>
    <p:extLst>
      <p:ext uri="{BB962C8B-B14F-4D97-AF65-F5344CB8AC3E}">
        <p14:creationId xmlns:p14="http://schemas.microsoft.com/office/powerpoint/2010/main" val="5150722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2008</Words>
  <Application>Microsoft Office PowerPoint</Application>
  <DocSecurity>0</DocSecurity>
  <PresentationFormat>Widescreen</PresentationFormat>
  <Paragraphs>379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Xien, Kinston</cp:lastModifiedBy>
  <cp:revision>1</cp:revision>
  <dcterms:created xsi:type="dcterms:W3CDTF">2026-07-23T14:23:58Z</dcterms:created>
  <dcterms:modified xsi:type="dcterms:W3CDTF">2026-07-24T15:38:43Z</dcterms:modified>
</cp:coreProperties>
</file>