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Hero visual: OpenAI ImageGen, generated 2026-07-25 from user-supplied visual direction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outputs/careeros-deck/screenshots/student-memory.png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outputs/careeros-deck/screenshots/student-intelligence.png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outputs/careeros-deck/screenshots/student-opportunities.png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outputs/careeros-deck/screenshots/student-companion.png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outputs/careeros-deck/screenshots/student-community.png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outputs/careeros-deck/screenshots/employer-discovery.png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outputs/careeros-deck/screenshots/employer-candidates.png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outputs/careeros-deck/screenshots/employer-pipeline.png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outputs/careeros-deck/screenshots/university-readiness.png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outputs/careeros-deck/screenshots/university-curriculum.png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outputs/careeros-deck/screenshots/university-alumni.png
- Product screenshot: outputs/careeros-deck/screenshots/university-collaboration.png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outputs/careeros-deck/screenshots/university-accreditation.png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- Product screenshot: outputs/careeros-deck/screenshots/university-ai-office.png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CareerOS deck production blueprint: docs/pitch/CAREEROS_DECK_PRODUCTION_BLUEPRINT.md
- CareerOS local prototype and repository documentation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0" cy="201168"/>
          </a:xfrm>
          <a:prstGeom prst="line">
            <a:avLst/>
          </a:prstGeom>
          <a:noFill/>
          <a:ln w="38100">
            <a:solidFill>
              <a:srgbClr val="1267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30" kern="0" dirty="0">
                <a:solidFill>
                  <a:srgbClr val="0A1F44"/>
                </a:solidFill>
              </a:rPr>
              <a:t>CAREEROS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49640" y="24688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70" kern="0" dirty="0">
                <a:solidFill>
                  <a:srgbClr val="70809B"/>
                </a:solidFill>
              </a:rPr>
              <a:t>STUDENT   EMPLOYER  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75488" y="6565392"/>
            <a:ext cx="11201400" cy="0"/>
          </a:xfrm>
          <a:prstGeom prst="line">
            <a:avLst/>
          </a:prstGeom>
          <a:noFill/>
          <a:ln w="8890">
            <a:solidFill>
              <a:srgbClr val="DDE5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SHARED FAILURE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potential is lost when evidence and action arrive too late.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18745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connects student evidence, employer demand, and university action so gaps can be addressed earlier.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pic>
        <p:nvPicPr>
          <p:cNvPr id="6" name="Image 0" descr="C:\Users\kinst\OneDrive\文档\TalentBank Hackathon\output\careeros-clean-blue-redesign\assets\careeros-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07008"/>
            <a:ext cx="598932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2852928"/>
            <a:ext cx="1993392" cy="347472"/>
          </a:xfrm>
          <a:prstGeom prst="roundRect">
            <a:avLst>
              <a:gd name="adj" fmla="val 39474"/>
            </a:avLst>
          </a:prstGeom>
          <a:solidFill>
            <a:srgbClr val="1267D6"/>
          </a:solidFill>
          <a:ln w="12700">
            <a:solidFill>
              <a:srgbClr val="1267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94436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CAREER 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2648" y="37764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evidence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22576" y="3776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demand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96512" y="3776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action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" y="473659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5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PROTOTYPE  ·  SIMULATED INTELLIGENCE AND DATA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2648" y="5870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Talentbank AI Hackathon · July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SHARED FAILURE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evidence gap appears as uncertainty, recruiting waste, and late institutional action.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Chris, a Year 3 Data Science student, has real projects but weak proof of what they demonstrate—or what to do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0352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1F6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8952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8952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68952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recruiter needs talent now, while prior challenge participants and screening context have gone cold.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4088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4088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4088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programme team sees an MLOps or readiness gap while the current cohort cannot wait for a curriculum cycle.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7548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symptoms. One structural failure: useful signals are fragmented, weakly evidenced, and remembered too late.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SHARED FAILURE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tools optimise transactions, not continuity.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778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activity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43031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80191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9919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claim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38006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75166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4894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event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32981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70141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9869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list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27955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65115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4843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Hiring feedback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22930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60090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69818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 / ATS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17905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55065" y="2267712"/>
            <a:ext cx="144867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64793" y="2459736"/>
            <a:ext cx="122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report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4882896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74573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preserves the context between transactions—it does not try to replace every system.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turns fragmented signals into a shared sequence of decisions.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2267712"/>
            <a:ext cx="17145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778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59736"/>
            <a:ext cx="1495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31089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· challenge · demand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308860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6020" y="2267712"/>
            <a:ext cx="1714500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5748" y="2459736"/>
            <a:ext cx="1495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2596" y="31089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· recency · context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169664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2267712"/>
            <a:ext cx="17145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2459736"/>
            <a:ext cx="1495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43400" y="31089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· shortlist · priority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030468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7628" y="2267712"/>
            <a:ext cx="1714500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7356" y="2459736"/>
            <a:ext cx="1495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04204" y="31089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Practise · apply · intervene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891272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28432" y="2267712"/>
            <a:ext cx="17145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459736"/>
            <a:ext cx="1495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65008" y="31089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· hiring · completion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752076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89236" y="2267712"/>
            <a:ext cx="1714500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98964" y="2459736"/>
            <a:ext cx="1495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925812" y="31089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the next decision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94360" y="4882896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474573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demonstrates each workspace; a live cross-organisation learning network remains future-facing.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Memory turns “I did this” into “Here is what it proves—and what is missing.”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404872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6888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38658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projects, internships, leadership and achievements.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316382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22783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314553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each experience to skills and supporting evidence.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922776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98678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904488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missing proof instead of hiding uncertainty.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1792" y="1755648"/>
            <a:ext cx="5440680" cy="384048"/>
          </a:xfrm>
          <a:prstGeom prst="roundRect">
            <a:avLst>
              <a:gd name="adj" fmla="val 35714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1865376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 Lee · Year 3 · Bachelor of Data Science · Taylor’s University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7" name="Image 0" descr="C:\Users\kinst\OneDrive\文档\TalentBank Hackathon\outputs\careeros-deck\screenshots\student-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Behaviour change: maintain reusable evidence continuously—not only when applying.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EXTRACTION / VERIFICATION PARTIAL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Science degree becomes a starting signal—not a career boundary.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existing evidence against possible paths.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adjacent roles and transferable evidence.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the next missing skill or proof.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student-intelli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browsing becomes one evidence-building next step.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INTERACTION · PATHS AND RECOMMENDATIONS ILLUSTRATIVE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only creates value when it ends in an action.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 opportunity fits—and what is missing.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Save, prepare or apply from the same context.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application stage and next action.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student-opportun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Advice becomes a visible commitment and follow-up state.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LOCAL WORKFLOW · NO LIVE JOB MARKETPLACE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from intent, then practise the moment that matters.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1488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93392" y="211226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Interprets intent and routes the student to relevant CareerOS context.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32918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93392" y="325526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repeatable interview preparation around a role and company.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2" name="Image 0" descr="C:\Users\kinst\OneDrive\文档\TalentBank Hackathon\outputs\careeros-deck\screenshots\student-compan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student moves from uncertainty to a specific preparation task without learning the product’s information architecture.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OPTIONAL / SIMULATED AI · SCORING NOT VALIDATED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gives students reasons to return between applications.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normalises rejection, doubt and skill gaps.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Mentorship or learning offers targeted support.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activity can become future Career Memory evidence.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student-commu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evidence-building continue between vacancies.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COMMUNITY DEMONSTRATED · COMPOUNDING LOOP FUTURE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Employers need evidence and history—not another candidate database.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778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HIRING NEED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81021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8181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7909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DISCOVERY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13986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51146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0874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VALIDATION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46950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84110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3838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HISTORY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79915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17075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6803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882896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74573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supports fit and what must be validated—not merely whether a CV looks right.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CANDIDATES, SCORES AND HISTORIES ARE DEMO DATA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match should explain the evidence—and the uncertainty.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a specific hiring need.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candidates with contextual evidence.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strengths, gaps and a validation question.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employer-dis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Shortlist with an explicit rationale and validation plan.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MATCHING AND CANDIDATE DATA · FAIRNESS NOT VALIDATED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candidate profile becomes a decision brief, not a digital CV.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fit evidence, source and recency.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is strong, missing or still uncertain.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the rationale into the next hiring step.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employer-candi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becomes faster to explain and easier to challenge.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DATA AND SCORES ILLUSTRATIVE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engagement can become reusable talent intelligence.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challenge, event and screening history.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candidates through an explicit pipeline.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Re-engage warm talent instead of restarting sourcing.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employer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compound across hiring moments.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LOCAL PIPELINE · LIVE CRM / ATS INTEGRATION FUTURE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Universities need signals early enough to change the current cohort’s trajectory.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students or programmes need attention now?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0352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1F6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8952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8952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ALIGNMENT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68952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employer expectations moving faster than curriculum?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4088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4088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4088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interventions, partnerships and accreditation proof be reused?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7548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converts fragmented outcomes into governed intervention workflows.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METRICS AND CASES ARE DEMO DATA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insight should trigger an intervention—not another report.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programme and cohort gaps.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the signal to affected students or skills.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and track a targeted intervention.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university-readi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while the cohort can still benefit.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READINESS SIGNALS ILLUSTRATIVE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Curriculum-market alignment becomes a living prioritisation workflow.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curriculum coverage with demand signals.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where gaps are emerging by programme.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 response without claiming predictive certainty.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university-curricu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teams can discuss one evidenced priority sooner.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MARKET SIGNALS AND ANALYSIS SIMULATED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Alumni and collaboration signals can shorten the distance from insight to partnership.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alumni outcomes as directional evidence.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an identified gap into a collaboration brief.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partner context for future decisions.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044184" y="1792224"/>
            <a:ext cx="2743200" cy="2825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university-alum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2" y="1901952"/>
            <a:ext cx="2523744" cy="2606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805672" y="1792224"/>
            <a:ext cx="2743200" cy="2825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7" name="Image 1" descr="C:\Users\kinst\OneDrive\文档\TalentBank Hackathon\outputs\careeros-deck\screenshots\university-collabo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901952"/>
            <a:ext cx="2523744" cy="2606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94360" y="5074920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325880" y="493776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 development starts from an explicit capability need.</a:t>
            </a:r>
            <a:endParaRPr lang="en-US" sz="1420" dirty="0"/>
          </a:p>
        </p:txBody>
      </p:sp>
      <p:sp>
        <p:nvSpPr>
          <p:cNvPr id="20" name="Shape 16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NETWORK EFFECTS FUTURE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Accreditation evidence should be assembled continuously—not reconstructed under deadline.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 outcomes, activities and supporting artefacts.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evidence to standards and review tasks.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progress and ownership visible.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university-accredi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memory becomes reusable and auditable.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WORKSPACE · FORMAL SUBMISSION INTEGRATIONS FUTURE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Office turns signals into governed institutional action.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" cy="256032"/>
          </a:xfrm>
          <a:prstGeom prst="ellipse">
            <a:avLst/>
          </a:prstGeom>
          <a:solidFill>
            <a:srgbClr val="1267D6"/>
          </a:solidFill>
          <a:ln w="762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cross-department operating rooms.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decisions with university priorities.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256032" cy="256032"/>
          </a:xfrm>
          <a:prstGeom prst="ellipse">
            <a:avLst/>
          </a:prstGeom>
          <a:solidFill>
            <a:srgbClr val="EAF3FF"/>
          </a:solidFill>
          <a:ln w="7620">
            <a:solidFill>
              <a:srgbClr val="BDD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30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48456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intervention ownership, progress and evidence.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949440" y="1764792"/>
            <a:ext cx="4535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8E3F1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pic>
        <p:nvPicPr>
          <p:cNvPr id="15" name="Image 0" descr="C:\Users\kinst\OneDrive\文档\TalentBank Hackathon\outputs\careeros-deck\screenshots\university-ai-off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74520"/>
            <a:ext cx="4315968" cy="288950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4360" y="5230368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09320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supports decision preparation; humans retain governance.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UI · AI RECOMMENDATIONS AND OPERATIONS SIMULATED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workspaces create one compounding evidence loop.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778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EVIDENCE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81021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8181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7909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VALIDATION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13986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51146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0874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INTERVENTION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46950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84110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3838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ACTIVITY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79915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17075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6803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EVIDENCE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882896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74573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is more than a portal or dashboard because each decision can preserve context for the next stakeholder.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HANDOFFS DEMONSTRATED · SHARED NETWORK FUTURE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TRUTH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is broad; its intelligence and network effects are not yet proven.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workspaces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interactions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workflows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prototype states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0352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1F6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8952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8952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/ PARTIAL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68952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and market data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and scoring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model responses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backend paths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4088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4088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FUTURE-FACING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4088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integrations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Cross-organisation memory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accuracy / fairness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governance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7548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adoption, customers, partnerships, measured outcomes, ROI or AI accuracy are claimed.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TALENTBANK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could extend Talentbank from moments of engagement into a lifecycle of evidence and action.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continuous reasons to engage, prepare and build proof.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0352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1F6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8952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8952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68952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context before and after hiring campaigns or events.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4088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4088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4088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workflow layer for readiness, collaboration and evidence reuse.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7548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value is a hypothesis: it depends on consent, trust, integrations, buyer demand and operational ownership.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85216" y="6071616"/>
            <a:ext cx="5669280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7620">
            <a:solidFill>
              <a:srgbClr val="C7D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6126480"/>
            <a:ext cx="5349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5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FIT TO VALIDATE · NOT AN EXISTING PARTNERSHIP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NEXT-STAGE VALIDATION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to prove one consented evidence-to-action loop.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85216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7780">
            <a:solidFill>
              <a:srgbClr val="126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PILOT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3108960"/>
            <a:ext cx="20135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cohort · role · programme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681021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8181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7909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MINIMUM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54757" y="3108960"/>
            <a:ext cx="20135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required evidence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913986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51146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0874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ONE LOOP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87722" y="3108960"/>
            <a:ext cx="20135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to intervention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146950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84110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EAF3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3838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BEHAVIOUR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20686" y="3108960"/>
            <a:ext cx="20135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and follow-through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379915" y="24780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17075" y="2267712"/>
            <a:ext cx="2086661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6803" y="2459736"/>
            <a:ext cx="1867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TRUST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553651" y="3108960"/>
            <a:ext cx="20135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· fairness · governance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94360" y="4882896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74573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workflow value before scaling intelligence, integrations or network claims.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612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76072" y="8686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the signal. Act before potential is lost.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6276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is an evidence-memory and action layer connecting students, employers and universities.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283696" y="630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85216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3816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polished, editable multi-workspace prototype.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0352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1F6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8952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8952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68952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preserved context improves the next decision.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5488" y="1965960"/>
            <a:ext cx="35173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  <a:effectLst>
            <a:outerShdw sx="100000" sy="100000" kx="0" ky="0" algn="bl" rotWithShape="0" blurRad="19050" dist="50800" dir="2700000">
              <a:srgbClr val="9AAAC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4088" y="2185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6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4088" y="2569464"/>
            <a:ext cx="306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4088" y="3044952"/>
            <a:ext cx="306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bounded pilot with consent, measurable behaviours and explicit governance.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892040"/>
            <a:ext cx="566928" cy="0"/>
          </a:xfrm>
          <a:prstGeom prst="line">
            <a:avLst/>
          </a:prstGeom>
          <a:noFill/>
          <a:ln w="30480">
            <a:solidFill>
              <a:srgbClr val="126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7548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8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CareerOS — AI-powered career operating system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601968"/>
            <a:ext cx="22860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29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CareerOS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CareerOS — AI-Powered Career Operating System</dc:title>
  <dc:subject>Asynchronous product pitch</dc:subject>
  <dc:creator>CareerOS</dc:creator>
  <cp:lastModifiedBy>CareerOS</cp:lastModifiedBy>
  <cp:revision>1</cp:revision>
  <dcterms:created xsi:type="dcterms:W3CDTF">2026-07-25T08:09:13Z</dcterms:created>
  <dcterms:modified xsi:type="dcterms:W3CDTF">2026-07-25T08:09:13Z</dcterms:modified>
</cp:coreProperties>
</file>