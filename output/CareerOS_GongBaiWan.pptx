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54205-0DD9-4A0F-BB38-63589F97EF85}" v="75" dt="2026-07-25T17:11:39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e Kinston" userId="798c8083d06f756a" providerId="LiveId" clId="{7799FF23-122D-44A2-854E-93135B59E75E}"/>
    <pc:docChg chg="undo custSel addSld delSld modSld">
      <pc:chgData name="Chee Kinston" userId="798c8083d06f756a" providerId="LiveId" clId="{7799FF23-122D-44A2-854E-93135B59E75E}" dt="2026-07-25T17:21:18.757" v="879" actId="255"/>
      <pc:docMkLst>
        <pc:docMk/>
      </pc:docMkLst>
      <pc:sldChg chg="delSp modSp mod">
        <pc:chgData name="Chee Kinston" userId="798c8083d06f756a" providerId="LiveId" clId="{7799FF23-122D-44A2-854E-93135B59E75E}" dt="2026-07-25T17:21:18.757" v="879" actId="255"/>
        <pc:sldMkLst>
          <pc:docMk/>
          <pc:sldMk cId="0" sldId="256"/>
        </pc:sldMkLst>
        <pc:spChg chg="mod">
          <ac:chgData name="Chee Kinston" userId="798c8083d06f756a" providerId="LiveId" clId="{7799FF23-122D-44A2-854E-93135B59E75E}" dt="2026-07-25T17:21:18.757" v="879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18:21.766" v="872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Chee Kinston" userId="798c8083d06f756a" providerId="LiveId" clId="{7799FF23-122D-44A2-854E-93135B59E75E}" dt="2026-07-25T17:18:25.798" v="873" actId="478"/>
          <ac:spMkLst>
            <pc:docMk/>
            <pc:sldMk cId="0" sldId="256"/>
            <ac:spMk id="5" creationId="{00000000-0000-0000-0000-000000000000}"/>
          </ac:spMkLst>
        </pc:spChg>
        <pc:picChg chg="del">
          <ac:chgData name="Chee Kinston" userId="798c8083d06f756a" providerId="LiveId" clId="{7799FF23-122D-44A2-854E-93135B59E75E}" dt="2026-07-25T17:18:27.996" v="874" actId="478"/>
          <ac:picMkLst>
            <pc:docMk/>
            <pc:sldMk cId="0" sldId="256"/>
            <ac:picMk id="99999" creationId="{00000000-0000-0000-0000-000000000000}"/>
          </ac:picMkLst>
        </pc:picChg>
      </pc:sldChg>
      <pc:sldChg chg="del">
        <pc:chgData name="Chee Kinston" userId="798c8083d06f756a" providerId="LiveId" clId="{7799FF23-122D-44A2-854E-93135B59E75E}" dt="2026-07-25T12:37:20.887" v="648" actId="47"/>
        <pc:sldMkLst>
          <pc:docMk/>
          <pc:sldMk cId="0" sldId="257"/>
        </pc:sldMkLst>
      </pc:sldChg>
      <pc:sldChg chg="del">
        <pc:chgData name="Chee Kinston" userId="798c8083d06f756a" providerId="LiveId" clId="{7799FF23-122D-44A2-854E-93135B59E75E}" dt="2026-07-25T09:57:03.496" v="0" actId="47"/>
        <pc:sldMkLst>
          <pc:docMk/>
          <pc:sldMk cId="0" sldId="258"/>
        </pc:sldMkLst>
      </pc:sldChg>
      <pc:sldChg chg="addSp delSp modSp mod">
        <pc:chgData name="Chee Kinston" userId="798c8083d06f756a" providerId="LiveId" clId="{7799FF23-122D-44A2-854E-93135B59E75E}" dt="2026-07-25T10:01:00.699" v="216" actId="1076"/>
        <pc:sldMkLst>
          <pc:docMk/>
          <pc:sldMk cId="0" sldId="259"/>
        </pc:sldMkLst>
        <pc:spChg chg="mod">
          <ac:chgData name="Chee Kinston" userId="798c8083d06f756a" providerId="LiveId" clId="{7799FF23-122D-44A2-854E-93135B59E75E}" dt="2026-07-25T09:57:19.432" v="2" actId="20577"/>
          <ac:spMkLst>
            <pc:docMk/>
            <pc:sldMk cId="0" sldId="259"/>
            <ac:spMk id="7" creationId="{00000000-0000-0000-0000-000000000000}"/>
          </ac:spMkLst>
        </pc:spChg>
        <pc:spChg chg="add mod">
          <ac:chgData name="Chee Kinston" userId="798c8083d06f756a" providerId="LiveId" clId="{7799FF23-122D-44A2-854E-93135B59E75E}" dt="2026-07-25T10:01:00.699" v="216" actId="1076"/>
          <ac:spMkLst>
            <pc:docMk/>
            <pc:sldMk cId="0" sldId="259"/>
            <ac:spMk id="9" creationId="{FD40F763-67D8-69BC-9513-D7B3C44F89DE}"/>
          </ac:spMkLst>
        </pc:spChg>
        <pc:spChg chg="add del mod">
          <ac:chgData name="Chee Kinston" userId="798c8083d06f756a" providerId="LiveId" clId="{7799FF23-122D-44A2-854E-93135B59E75E}" dt="2026-07-25T09:59:01.210" v="55" actId="20577"/>
          <ac:spMkLst>
            <pc:docMk/>
            <pc:sldMk cId="0" sldId="259"/>
            <ac:spMk id="13" creationId="{EC2E7BE7-3C36-66A3-9DF5-CAA8D689B6B4}"/>
          </ac:spMkLst>
        </pc:spChg>
        <pc:spChg chg="add del mod">
          <ac:chgData name="Chee Kinston" userId="798c8083d06f756a" providerId="LiveId" clId="{7799FF23-122D-44A2-854E-93135B59E75E}" dt="2026-07-25T09:58:33.208" v="24" actId="478"/>
          <ac:spMkLst>
            <pc:docMk/>
            <pc:sldMk cId="0" sldId="259"/>
            <ac:spMk id="15" creationId="{3C6892E4-DF4D-D1D9-10E7-41B087EFB04A}"/>
          </ac:spMkLst>
        </pc:spChg>
        <pc:spChg chg="add mod">
          <ac:chgData name="Chee Kinston" userId="798c8083d06f756a" providerId="LiveId" clId="{7799FF23-122D-44A2-854E-93135B59E75E}" dt="2026-07-25T09:59:46.059" v="112" actId="20577"/>
          <ac:spMkLst>
            <pc:docMk/>
            <pc:sldMk cId="0" sldId="259"/>
            <ac:spMk id="16" creationId="{5AF479DF-06C6-29F9-73A8-6933B48824E1}"/>
          </ac:spMkLst>
        </pc:spChg>
        <pc:spChg chg="add mod">
          <ac:chgData name="Chee Kinston" userId="798c8083d06f756a" providerId="LiveId" clId="{7799FF23-122D-44A2-854E-93135B59E75E}" dt="2026-07-25T10:00:19.828" v="159" actId="20577"/>
          <ac:spMkLst>
            <pc:docMk/>
            <pc:sldMk cId="0" sldId="259"/>
            <ac:spMk id="17" creationId="{C7B1515B-6655-7036-DC2F-997D558D1405}"/>
          </ac:spMkLst>
        </pc:spChg>
        <pc:spChg chg="add mod">
          <ac:chgData name="Chee Kinston" userId="798c8083d06f756a" providerId="LiveId" clId="{7799FF23-122D-44A2-854E-93135B59E75E}" dt="2026-07-25T10:00:17" v="158" actId="20577"/>
          <ac:spMkLst>
            <pc:docMk/>
            <pc:sldMk cId="0" sldId="259"/>
            <ac:spMk id="18" creationId="{8B142FF6-E87D-1E8C-5D70-2C3B5B41C674}"/>
          </ac:spMkLst>
        </pc:spChg>
        <pc:spChg chg="add mod">
          <ac:chgData name="Chee Kinston" userId="798c8083d06f756a" providerId="LiveId" clId="{7799FF23-122D-44A2-854E-93135B59E75E}" dt="2026-07-25T10:00:28.605" v="172" actId="20577"/>
          <ac:spMkLst>
            <pc:docMk/>
            <pc:sldMk cId="0" sldId="259"/>
            <ac:spMk id="19" creationId="{9D67B39D-3BE4-73B5-A6DB-3CFB5276C81B}"/>
          </ac:spMkLst>
        </pc:spChg>
        <pc:spChg chg="add mod">
          <ac:chgData name="Chee Kinston" userId="798c8083d06f756a" providerId="LiveId" clId="{7799FF23-122D-44A2-854E-93135B59E75E}" dt="2026-07-25T10:00:47.425" v="213" actId="20577"/>
          <ac:spMkLst>
            <pc:docMk/>
            <pc:sldMk cId="0" sldId="259"/>
            <ac:spMk id="20" creationId="{8DDCF75A-C35A-0CB4-27EC-F88F10F98BC3}"/>
          </ac:spMkLst>
        </pc:spChg>
        <pc:grpChg chg="del">
          <ac:chgData name="Chee Kinston" userId="798c8083d06f756a" providerId="LiveId" clId="{7799FF23-122D-44A2-854E-93135B59E75E}" dt="2026-07-25T09:57:16.165" v="1" actId="478"/>
          <ac:grpSpMkLst>
            <pc:docMk/>
            <pc:sldMk cId="0" sldId="259"/>
            <ac:grpSpMk id="2" creationId="{00000000-0000-0000-0000-000000000000}"/>
          </ac:grpSpMkLst>
        </pc:grpChg>
        <pc:cxnChg chg="add mod">
          <ac:chgData name="Chee Kinston" userId="798c8083d06f756a" providerId="LiveId" clId="{7799FF23-122D-44A2-854E-93135B59E75E}" dt="2026-07-25T09:57:47.374" v="8" actId="1076"/>
          <ac:cxnSpMkLst>
            <pc:docMk/>
            <pc:sldMk cId="0" sldId="259"/>
            <ac:cxnSpMk id="11" creationId="{2726767F-A4C9-7B4B-7C42-58489A6D8321}"/>
          </ac:cxnSpMkLst>
        </pc:cxnChg>
      </pc:sldChg>
      <pc:sldChg chg="modSp mod">
        <pc:chgData name="Chee Kinston" userId="798c8083d06f756a" providerId="LiveId" clId="{7799FF23-122D-44A2-854E-93135B59E75E}" dt="2026-07-25T10:01:41.182" v="242" actId="2711"/>
        <pc:sldMkLst>
          <pc:docMk/>
          <pc:sldMk cId="0" sldId="260"/>
        </pc:sldMkLst>
        <pc:spChg chg="mod">
          <ac:chgData name="Chee Kinston" userId="798c8083d06f756a" providerId="LiveId" clId="{7799FF23-122D-44A2-854E-93135B59E75E}" dt="2026-07-25T10:01:41.182" v="242" actId="2711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Chee Kinston" userId="798c8083d06f756a" providerId="LiveId" clId="{7799FF23-122D-44A2-854E-93135B59E75E}" dt="2026-07-25T10:02:50.035" v="266" actId="20577"/>
        <pc:sldMkLst>
          <pc:docMk/>
          <pc:sldMk cId="0" sldId="261"/>
        </pc:sldMkLst>
        <pc:spChg chg="mod">
          <ac:chgData name="Chee Kinston" userId="798c8083d06f756a" providerId="LiveId" clId="{7799FF23-122D-44A2-854E-93135B59E75E}" dt="2026-07-25T10:02:50.035" v="26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1:52.719" v="243" actId="1035"/>
          <ac:spMkLst>
            <pc:docMk/>
            <pc:sldMk cId="0" sldId="261"/>
            <ac:spMk id="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11.328" v="249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1:56.147" v="244" actId="10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14.933" v="250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1:58.027" v="245" actId="103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17.627" v="251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00.259" v="246" actId="103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20.273" v="252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02.707" v="247" actId="103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34.725" v="256" actId="25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04.917" v="248" actId="1035"/>
          <ac:spMkLst>
            <pc:docMk/>
            <pc:sldMk cId="0" sldId="261"/>
            <ac:spMk id="3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2:38.395" v="257" actId="255"/>
          <ac:spMkLst>
            <pc:docMk/>
            <pc:sldMk cId="0" sldId="261"/>
            <ac:spMk id="37" creationId="{00000000-0000-0000-0000-000000000000}"/>
          </ac:spMkLst>
        </pc:spChg>
      </pc:sldChg>
      <pc:sldChg chg="modSp mod">
        <pc:chgData name="Chee Kinston" userId="798c8083d06f756a" providerId="LiveId" clId="{7799FF23-122D-44A2-854E-93135B59E75E}" dt="2026-07-25T10:04:08.718" v="276" actId="242"/>
        <pc:sldMkLst>
          <pc:docMk/>
          <pc:sldMk cId="0" sldId="263"/>
        </pc:sldMkLst>
        <pc:spChg chg="mod">
          <ac:chgData name="Chee Kinston" userId="798c8083d06f756a" providerId="LiveId" clId="{7799FF23-122D-44A2-854E-93135B59E75E}" dt="2026-07-25T10:03:39.602" v="273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03.233" v="274" actId="242"/>
          <ac:spMkLst>
            <pc:docMk/>
            <pc:sldMk cId="0" sldId="263"/>
            <ac:spMk id="2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05.373" v="275" actId="242"/>
          <ac:spMkLst>
            <pc:docMk/>
            <pc:sldMk cId="0" sldId="263"/>
            <ac:spMk id="3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08.718" v="276" actId="242"/>
          <ac:spMkLst>
            <pc:docMk/>
            <pc:sldMk cId="0" sldId="263"/>
            <ac:spMk id="43" creationId="{00000000-0000-0000-0000-000000000000}"/>
          </ac:spMkLst>
        </pc:spChg>
      </pc:sldChg>
      <pc:sldChg chg="addSp delSp modSp mod">
        <pc:chgData name="Chee Kinston" userId="798c8083d06f756a" providerId="LiveId" clId="{7799FF23-122D-44A2-854E-93135B59E75E}" dt="2026-07-25T10:06:31.071" v="298" actId="20577"/>
        <pc:sldMkLst>
          <pc:docMk/>
          <pc:sldMk cId="0" sldId="264"/>
        </pc:sldMkLst>
        <pc:spChg chg="mod">
          <ac:chgData name="Chee Kinston" userId="798c8083d06f756a" providerId="LiveId" clId="{7799FF23-122D-44A2-854E-93135B59E75E}" dt="2026-07-25T10:06:06.493" v="289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25.289" v="277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16.540" v="293" actId="6549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28.019" v="278" actId="25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21.351" v="295" actId="6549"/>
          <ac:spMkLst>
            <pc:docMk/>
            <pc:sldMk cId="0" sldId="264"/>
            <ac:spMk id="1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30.508" v="279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28.298" v="297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38.548" v="280" actId="255"/>
          <ac:spMkLst>
            <pc:docMk/>
            <pc:sldMk cId="0" sldId="264"/>
            <ac:spMk id="23" creationId="{00000000-0000-0000-0000-000000000000}"/>
          </ac:spMkLst>
        </pc:spChg>
        <pc:spChg chg="add del mod">
          <ac:chgData name="Chee Kinston" userId="798c8083d06f756a" providerId="LiveId" clId="{7799FF23-122D-44A2-854E-93135B59E75E}" dt="2026-07-25T10:06:10.550" v="290" actId="2057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41.916" v="281" actId="255"/>
          <ac:spMkLst>
            <pc:docMk/>
            <pc:sldMk cId="0" sldId="264"/>
            <ac:spMk id="2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19.284" v="294" actId="6549"/>
          <ac:spMkLst>
            <pc:docMk/>
            <pc:sldMk cId="0" sldId="264"/>
            <ac:spMk id="3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44.343" v="282" actId="255"/>
          <ac:spMkLst>
            <pc:docMk/>
            <pc:sldMk cId="0" sldId="264"/>
            <ac:spMk id="3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25.199" v="296" actId="20577"/>
          <ac:spMkLst>
            <pc:docMk/>
            <pc:sldMk cId="0" sldId="264"/>
            <ac:spMk id="3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49.872" v="283" actId="255"/>
          <ac:spMkLst>
            <pc:docMk/>
            <pc:sldMk cId="0" sldId="264"/>
            <ac:spMk id="3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6:31.071" v="298" actId="20577"/>
          <ac:spMkLst>
            <pc:docMk/>
            <pc:sldMk cId="0" sldId="264"/>
            <ac:spMk id="4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4:54.069" v="284" actId="255"/>
          <ac:spMkLst>
            <pc:docMk/>
            <pc:sldMk cId="0" sldId="264"/>
            <ac:spMk id="4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5:08.627" v="286" actId="1076"/>
          <ac:spMkLst>
            <pc:docMk/>
            <pc:sldMk cId="0" sldId="264"/>
            <ac:spMk id="44" creationId="{00000000-0000-0000-0000-000000000000}"/>
          </ac:spMkLst>
        </pc:spChg>
        <pc:grpChg chg="add del">
          <ac:chgData name="Chee Kinston" userId="798c8083d06f756a" providerId="LiveId" clId="{7799FF23-122D-44A2-854E-93135B59E75E}" dt="2026-07-25T10:06:01.266" v="288" actId="478"/>
          <ac:grpSpMkLst>
            <pc:docMk/>
            <pc:sldMk cId="0" sldId="264"/>
            <ac:grpSpMk id="24" creationId="{00000000-0000-0000-0000-000000000000}"/>
          </ac:grpSpMkLst>
        </pc:grpChg>
      </pc:sldChg>
      <pc:sldChg chg="modSp mod">
        <pc:chgData name="Chee Kinston" userId="798c8083d06f756a" providerId="LiveId" clId="{7799FF23-122D-44A2-854E-93135B59E75E}" dt="2026-07-25T10:07:45.467" v="315" actId="242"/>
        <pc:sldMkLst>
          <pc:docMk/>
          <pc:sldMk cId="0" sldId="265"/>
        </pc:sldMkLst>
        <pc:spChg chg="mod">
          <ac:chgData name="Chee Kinston" userId="798c8083d06f756a" providerId="LiveId" clId="{7799FF23-122D-44A2-854E-93135B59E75E}" dt="2026-07-25T10:06:59.272" v="300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06.826" v="302" actId="242"/>
          <ac:spMkLst>
            <pc:docMk/>
            <pc:sldMk cId="0" sldId="265"/>
            <ac:spMk id="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19.516" v="305" actId="2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28.145" v="309" actId="242"/>
          <ac:spMkLst>
            <pc:docMk/>
            <pc:sldMk cId="0" sldId="265"/>
            <ac:spMk id="1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35.907" v="311" actId="242"/>
          <ac:spMkLst>
            <pc:docMk/>
            <pc:sldMk cId="0" sldId="265"/>
            <ac:spMk id="2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40.432" v="313" actId="242"/>
          <ac:spMkLst>
            <pc:docMk/>
            <pc:sldMk cId="0" sldId="265"/>
            <ac:spMk id="3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7:45.467" v="315" actId="242"/>
          <ac:spMkLst>
            <pc:docMk/>
            <pc:sldMk cId="0" sldId="265"/>
            <ac:spMk id="37" creationId="{00000000-0000-0000-0000-000000000000}"/>
          </ac:spMkLst>
        </pc:spChg>
      </pc:sldChg>
      <pc:sldChg chg="modSp mod">
        <pc:chgData name="Chee Kinston" userId="798c8083d06f756a" providerId="LiveId" clId="{7799FF23-122D-44A2-854E-93135B59E75E}" dt="2026-07-25T10:10:03.378" v="339" actId="20577"/>
        <pc:sldMkLst>
          <pc:docMk/>
          <pc:sldMk cId="0" sldId="267"/>
        </pc:sldMkLst>
        <pc:spChg chg="mod">
          <ac:chgData name="Chee Kinston" userId="798c8083d06f756a" providerId="LiveId" clId="{7799FF23-122D-44A2-854E-93135B59E75E}" dt="2026-07-25T10:10:03.378" v="339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27.448" v="327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34.026" v="329" actId="255"/>
          <ac:spMkLst>
            <pc:docMk/>
            <pc:sldMk cId="0" sldId="267"/>
            <ac:spMk id="1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42.048" v="331" actId="255"/>
          <ac:spMkLst>
            <pc:docMk/>
            <pc:sldMk cId="0" sldId="267"/>
            <ac:spMk id="2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46.115" v="333" actId="242"/>
          <ac:spMkLst>
            <pc:docMk/>
            <pc:sldMk cId="0" sldId="267"/>
            <ac:spMk id="2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50.261" v="335" actId="242"/>
          <ac:spMkLst>
            <pc:docMk/>
            <pc:sldMk cId="0" sldId="267"/>
            <ac:spMk id="3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09:57.124" v="337" actId="242"/>
          <ac:spMkLst>
            <pc:docMk/>
            <pc:sldMk cId="0" sldId="267"/>
            <ac:spMk id="39" creationId="{00000000-0000-0000-0000-000000000000}"/>
          </ac:spMkLst>
        </pc:spChg>
      </pc:sldChg>
      <pc:sldChg chg="addSp modSp mod">
        <pc:chgData name="Chee Kinston" userId="798c8083d06f756a" providerId="LiveId" clId="{7799FF23-122D-44A2-854E-93135B59E75E}" dt="2026-07-25T17:02:28.680" v="666" actId="255"/>
        <pc:sldMkLst>
          <pc:docMk/>
          <pc:sldMk cId="0" sldId="268"/>
        </pc:sldMkLst>
        <pc:spChg chg="mod">
          <ac:chgData name="Chee Kinston" userId="798c8083d06f756a" providerId="LiveId" clId="{7799FF23-122D-44A2-854E-93135B59E75E}" dt="2026-07-25T10:10:34.708" v="341" actId="255"/>
          <ac:spMkLst>
            <pc:docMk/>
            <pc:sldMk cId="0" sldId="268"/>
            <ac:spMk id="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0:46.518" v="345" actId="103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0:54.790" v="347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1:02.330" v="349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1:12.715" v="351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1:24.097" v="353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1:36.522" v="355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1:50.288" v="359" actId="1076"/>
          <ac:spMkLst>
            <pc:docMk/>
            <pc:sldMk cId="0" sldId="268"/>
            <ac:spMk id="34" creationId="{00000000-0000-0000-0000-000000000000}"/>
          </ac:spMkLst>
        </pc:spChg>
        <pc:spChg chg="add mod">
          <ac:chgData name="Chee Kinston" userId="798c8083d06f756a" providerId="LiveId" clId="{7799FF23-122D-44A2-854E-93135B59E75E}" dt="2026-07-25T17:01:51.225" v="651" actId="255"/>
          <ac:spMkLst>
            <pc:docMk/>
            <pc:sldMk cId="0" sldId="268"/>
            <ac:spMk id="38" creationId="{17480CC7-7CF0-CF4C-41C6-8C2EC91BF1BB}"/>
          </ac:spMkLst>
        </pc:spChg>
        <pc:spChg chg="add mod">
          <ac:chgData name="Chee Kinston" userId="798c8083d06f756a" providerId="LiveId" clId="{7799FF23-122D-44A2-854E-93135B59E75E}" dt="2026-07-25T17:01:56.257" v="653" actId="255"/>
          <ac:spMkLst>
            <pc:docMk/>
            <pc:sldMk cId="0" sldId="268"/>
            <ac:spMk id="39" creationId="{ACF02DBE-5626-52CB-9185-BF644D38AB28}"/>
          </ac:spMkLst>
        </pc:spChg>
        <pc:spChg chg="add mod">
          <ac:chgData name="Chee Kinston" userId="798c8083d06f756a" providerId="LiveId" clId="{7799FF23-122D-44A2-854E-93135B59E75E}" dt="2026-07-25T17:02:00.616" v="655" actId="255"/>
          <ac:spMkLst>
            <pc:docMk/>
            <pc:sldMk cId="0" sldId="268"/>
            <ac:spMk id="40" creationId="{E04835F6-4F4A-8BD5-42C6-538EEF2BEC18}"/>
          </ac:spMkLst>
        </pc:spChg>
        <pc:spChg chg="add mod">
          <ac:chgData name="Chee Kinston" userId="798c8083d06f756a" providerId="LiveId" clId="{7799FF23-122D-44A2-854E-93135B59E75E}" dt="2026-07-25T17:02:06.767" v="658" actId="255"/>
          <ac:spMkLst>
            <pc:docMk/>
            <pc:sldMk cId="0" sldId="268"/>
            <ac:spMk id="41" creationId="{D5180A25-F2D6-4E46-D953-0E77C3A9E0FE}"/>
          </ac:spMkLst>
        </pc:spChg>
        <pc:spChg chg="add mod">
          <ac:chgData name="Chee Kinston" userId="798c8083d06f756a" providerId="LiveId" clId="{7799FF23-122D-44A2-854E-93135B59E75E}" dt="2026-07-25T17:02:11.908" v="660" actId="255"/>
          <ac:spMkLst>
            <pc:docMk/>
            <pc:sldMk cId="0" sldId="268"/>
            <ac:spMk id="42" creationId="{4BD730CA-DD2A-9349-2EFB-F97C96ACE431}"/>
          </ac:spMkLst>
        </pc:spChg>
        <pc:spChg chg="add mod">
          <ac:chgData name="Chee Kinston" userId="798c8083d06f756a" providerId="LiveId" clId="{7799FF23-122D-44A2-854E-93135B59E75E}" dt="2026-07-25T17:02:16.319" v="662" actId="255"/>
          <ac:spMkLst>
            <pc:docMk/>
            <pc:sldMk cId="0" sldId="268"/>
            <ac:spMk id="43" creationId="{68B66439-0C0A-A7B0-CE1F-6C9F71EF735D}"/>
          </ac:spMkLst>
        </pc:spChg>
        <pc:spChg chg="add mod">
          <ac:chgData name="Chee Kinston" userId="798c8083d06f756a" providerId="LiveId" clId="{7799FF23-122D-44A2-854E-93135B59E75E}" dt="2026-07-25T17:02:23.211" v="664" actId="255"/>
          <ac:spMkLst>
            <pc:docMk/>
            <pc:sldMk cId="0" sldId="268"/>
            <ac:spMk id="44" creationId="{6D7F4D0C-6652-D39B-EC37-83F5B4B4CCED}"/>
          </ac:spMkLst>
        </pc:spChg>
        <pc:spChg chg="add mod">
          <ac:chgData name="Chee Kinston" userId="798c8083d06f756a" providerId="LiveId" clId="{7799FF23-122D-44A2-854E-93135B59E75E}" dt="2026-07-25T17:02:28.680" v="666" actId="255"/>
          <ac:spMkLst>
            <pc:docMk/>
            <pc:sldMk cId="0" sldId="268"/>
            <ac:spMk id="45" creationId="{E6827C9C-7554-1166-51B3-A54C779E390F}"/>
          </ac:spMkLst>
        </pc:spChg>
      </pc:sldChg>
      <pc:sldChg chg="modSp mod">
        <pc:chgData name="Chee Kinston" userId="798c8083d06f756a" providerId="LiveId" clId="{7799FF23-122D-44A2-854E-93135B59E75E}" dt="2026-07-25T10:14:44.046" v="377" actId="1038"/>
        <pc:sldMkLst>
          <pc:docMk/>
          <pc:sldMk cId="0" sldId="269"/>
        </pc:sldMkLst>
        <pc:spChg chg="mod">
          <ac:chgData name="Chee Kinston" userId="798c8083d06f756a" providerId="LiveId" clId="{7799FF23-122D-44A2-854E-93135B59E75E}" dt="2026-07-25T10:12:40.345" v="36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2:52.332" v="362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2:54.897" v="363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2:57.575" v="364" actId="25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3:35.754" v="375" actId="103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3:05.684" v="367" actId="255"/>
          <ac:spMkLst>
            <pc:docMk/>
            <pc:sldMk cId="0" sldId="269"/>
            <ac:spMk id="2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3:12.743" v="369" actId="255"/>
          <ac:spMkLst>
            <pc:docMk/>
            <pc:sldMk cId="0" sldId="269"/>
            <ac:spMk id="2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3:15.875" v="370" actId="255"/>
          <ac:spMkLst>
            <pc:docMk/>
            <pc:sldMk cId="0" sldId="269"/>
            <ac:spMk id="2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4:44.046" v="377" actId="1038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Chee Kinston" userId="798c8083d06f756a" providerId="LiveId" clId="{7799FF23-122D-44A2-854E-93135B59E75E}" dt="2026-07-25T10:16:49.912" v="410" actId="20577"/>
        <pc:sldMkLst>
          <pc:docMk/>
          <pc:sldMk cId="0" sldId="271"/>
        </pc:sldMkLst>
        <pc:spChg chg="mod">
          <ac:chgData name="Chee Kinston" userId="798c8083d06f756a" providerId="LiveId" clId="{7799FF23-122D-44A2-854E-93135B59E75E}" dt="2026-07-25T10:16:49.912" v="410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16.789" v="385" actId="103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1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2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24.798" v="406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2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16.789" v="385" actId="103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2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16.789" v="385" actId="103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6:33.359" v="407" actId="1035"/>
          <ac:spMkLst>
            <pc:docMk/>
            <pc:sldMk cId="0" sldId="271"/>
            <ac:spMk id="3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16.789" v="385" actId="1036"/>
          <ac:spMkLst>
            <pc:docMk/>
            <pc:sldMk cId="0" sldId="271"/>
            <ac:spMk id="3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3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5:04.813" v="383" actId="1036"/>
          <ac:spMkLst>
            <pc:docMk/>
            <pc:sldMk cId="0" sldId="271"/>
            <ac:spMk id="35" creationId="{00000000-0000-0000-0000-000000000000}"/>
          </ac:spMkLst>
        </pc:spChg>
      </pc:sldChg>
      <pc:sldChg chg="addSp delSp modSp mod">
        <pc:chgData name="Chee Kinston" userId="798c8083d06f756a" providerId="LiveId" clId="{7799FF23-122D-44A2-854E-93135B59E75E}" dt="2026-07-25T10:26:07.766" v="617"/>
        <pc:sldMkLst>
          <pc:docMk/>
          <pc:sldMk cId="0" sldId="272"/>
        </pc:sldMkLst>
        <pc:spChg chg="mod">
          <ac:chgData name="Chee Kinston" userId="798c8083d06f756a" providerId="LiveId" clId="{7799FF23-122D-44A2-854E-93135B59E75E}" dt="2026-07-25T10:22:22.144" v="544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9:21.505" v="426" actId="14100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7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0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7:44.826" v="414" actId="255"/>
          <ac:spMkLst>
            <pc:docMk/>
            <pc:sldMk cId="0" sldId="272"/>
            <ac:spMk id="12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3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5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6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17" creationId="{00000000-0000-0000-0000-000000000000}"/>
          </ac:spMkLst>
        </pc:spChg>
        <pc:spChg chg="del topLvl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20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22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20:37.671" v="499" actId="21"/>
          <ac:spMkLst>
            <pc:docMk/>
            <pc:sldMk cId="0" sldId="272"/>
            <ac:spMk id="23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25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26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27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28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3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9:24.753" v="428"/>
          <ac:spMkLst>
            <pc:docMk/>
            <pc:sldMk cId="0" sldId="272"/>
            <ac:spMk id="31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32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37" creationId="{00000000-0000-0000-0000-000000000000}"/>
          </ac:spMkLst>
        </pc:spChg>
        <pc:spChg chg="del mod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38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40" creationId="{00000000-0000-0000-0000-000000000000}"/>
          </ac:spMkLst>
        </pc:spChg>
        <pc:spChg chg="del">
          <ac:chgData name="Chee Kinston" userId="798c8083d06f756a" providerId="LiveId" clId="{7799FF23-122D-44A2-854E-93135B59E75E}" dt="2026-07-25T10:19:58.610" v="430" actId="21"/>
          <ac:spMkLst>
            <pc:docMk/>
            <pc:sldMk cId="0" sldId="272"/>
            <ac:spMk id="4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19:24.753" v="428"/>
          <ac:spMkLst>
            <pc:docMk/>
            <pc:sldMk cId="0" sldId="272"/>
            <ac:spMk id="4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22:51.118" v="551" actId="14100"/>
          <ac:spMkLst>
            <pc:docMk/>
            <pc:sldMk cId="0" sldId="272"/>
            <ac:spMk id="47" creationId="{7A2D17FF-8FBA-BF97-F899-88EDC2AA3788}"/>
          </ac:spMkLst>
        </pc:spChg>
        <pc:spChg chg="add mod">
          <ac:chgData name="Chee Kinston" userId="798c8083d06f756a" providerId="LiveId" clId="{7799FF23-122D-44A2-854E-93135B59E75E}" dt="2026-07-25T10:24:16.801" v="582" actId="1076"/>
          <ac:spMkLst>
            <pc:docMk/>
            <pc:sldMk cId="0" sldId="272"/>
            <ac:spMk id="49" creationId="{591B9409-9E11-36EA-ADBE-813C35F57643}"/>
          </ac:spMkLst>
        </pc:spChg>
        <pc:spChg chg="mod">
          <ac:chgData name="Chee Kinston" userId="798c8083d06f756a" providerId="LiveId" clId="{7799FF23-122D-44A2-854E-93135B59E75E}" dt="2026-07-25T10:21:53.815" v="531" actId="14100"/>
          <ac:spMkLst>
            <pc:docMk/>
            <pc:sldMk cId="0" sldId="272"/>
            <ac:spMk id="51" creationId="{F7DCBB80-991F-D870-DF56-E1AA3E1C62B3}"/>
          </ac:spMkLst>
        </pc:spChg>
        <pc:spChg chg="del mod">
          <ac:chgData name="Chee Kinston" userId="798c8083d06f756a" providerId="LiveId" clId="{7799FF23-122D-44A2-854E-93135B59E75E}" dt="2026-07-25T10:21:25.060" v="514" actId="478"/>
          <ac:spMkLst>
            <pc:docMk/>
            <pc:sldMk cId="0" sldId="272"/>
            <ac:spMk id="55" creationId="{6A7E53F3-25A0-109D-3E6F-41E3CCBFD14A}"/>
          </ac:spMkLst>
        </pc:spChg>
        <pc:spChg chg="add del mod">
          <ac:chgData name="Chee Kinston" userId="798c8083d06f756a" providerId="LiveId" clId="{7799FF23-122D-44A2-854E-93135B59E75E}" dt="2026-07-25T10:21:27.577" v="516" actId="478"/>
          <ac:spMkLst>
            <pc:docMk/>
            <pc:sldMk cId="0" sldId="272"/>
            <ac:spMk id="57" creationId="{3C8A3BCB-BE2D-7DDD-23B6-F1FEA59334CA}"/>
          </ac:spMkLst>
        </pc:spChg>
        <pc:spChg chg="add del mod">
          <ac:chgData name="Chee Kinston" userId="798c8083d06f756a" providerId="LiveId" clId="{7799FF23-122D-44A2-854E-93135B59E75E}" dt="2026-07-25T10:21:28.766" v="517" actId="478"/>
          <ac:spMkLst>
            <pc:docMk/>
            <pc:sldMk cId="0" sldId="272"/>
            <ac:spMk id="59" creationId="{07D9A7A7-8025-D864-4D82-CF7847403A2B}"/>
          </ac:spMkLst>
        </pc:spChg>
        <pc:spChg chg="add del mod">
          <ac:chgData name="Chee Kinston" userId="798c8083d06f756a" providerId="LiveId" clId="{7799FF23-122D-44A2-854E-93135B59E75E}" dt="2026-07-25T10:21:19.755" v="509" actId="478"/>
          <ac:spMkLst>
            <pc:docMk/>
            <pc:sldMk cId="0" sldId="272"/>
            <ac:spMk id="61" creationId="{4805679A-9DED-D38A-9D97-BE2B8340D926}"/>
          </ac:spMkLst>
        </pc:spChg>
        <pc:spChg chg="add del mod">
          <ac:chgData name="Chee Kinston" userId="798c8083d06f756a" providerId="LiveId" clId="{7799FF23-122D-44A2-854E-93135B59E75E}" dt="2026-07-25T10:21:30.684" v="519" actId="478"/>
          <ac:spMkLst>
            <pc:docMk/>
            <pc:sldMk cId="0" sldId="272"/>
            <ac:spMk id="63" creationId="{3163AA45-F21A-681F-1055-C14227151B0B}"/>
          </ac:spMkLst>
        </pc:spChg>
        <pc:spChg chg="add del mod">
          <ac:chgData name="Chee Kinston" userId="798c8083d06f756a" providerId="LiveId" clId="{7799FF23-122D-44A2-854E-93135B59E75E}" dt="2026-07-25T10:21:30.240" v="518" actId="478"/>
          <ac:spMkLst>
            <pc:docMk/>
            <pc:sldMk cId="0" sldId="272"/>
            <ac:spMk id="65" creationId="{93C3B79A-DAC6-6BF5-4F56-BFBB0E6D1CF6}"/>
          </ac:spMkLst>
        </pc:spChg>
        <pc:spChg chg="del mod">
          <ac:chgData name="Chee Kinston" userId="798c8083d06f756a" providerId="LiveId" clId="{7799FF23-122D-44A2-854E-93135B59E75E}" dt="2026-07-25T10:21:32.323" v="520" actId="478"/>
          <ac:spMkLst>
            <pc:docMk/>
            <pc:sldMk cId="0" sldId="272"/>
            <ac:spMk id="67" creationId="{71E20738-BFDC-F853-9196-860F95D76478}"/>
          </ac:spMkLst>
        </pc:spChg>
        <pc:spChg chg="add del mod">
          <ac:chgData name="Chee Kinston" userId="798c8083d06f756a" providerId="LiveId" clId="{7799FF23-122D-44A2-854E-93135B59E75E}" dt="2026-07-25T10:21:23.579" v="512" actId="478"/>
          <ac:spMkLst>
            <pc:docMk/>
            <pc:sldMk cId="0" sldId="272"/>
            <ac:spMk id="69" creationId="{CDE8FDC0-D7D9-974A-F1DF-1130F76D7FD8}"/>
          </ac:spMkLst>
        </pc:spChg>
        <pc:spChg chg="add del mod">
          <ac:chgData name="Chee Kinston" userId="798c8083d06f756a" providerId="LiveId" clId="{7799FF23-122D-44A2-854E-93135B59E75E}" dt="2026-07-25T10:21:33.894" v="522" actId="478"/>
          <ac:spMkLst>
            <pc:docMk/>
            <pc:sldMk cId="0" sldId="272"/>
            <ac:spMk id="71" creationId="{B613CA5D-25B1-FFF0-8058-2288D2693EA1}"/>
          </ac:spMkLst>
        </pc:spChg>
        <pc:spChg chg="add del mod">
          <ac:chgData name="Chee Kinston" userId="798c8083d06f756a" providerId="LiveId" clId="{7799FF23-122D-44A2-854E-93135B59E75E}" dt="2026-07-25T10:21:35.332" v="523" actId="478"/>
          <ac:spMkLst>
            <pc:docMk/>
            <pc:sldMk cId="0" sldId="272"/>
            <ac:spMk id="73" creationId="{58BD966B-7085-1C1B-BA7B-9EFDA2D9F2C1}"/>
          </ac:spMkLst>
        </pc:spChg>
        <pc:spChg chg="add del mod">
          <ac:chgData name="Chee Kinston" userId="798c8083d06f756a" providerId="LiveId" clId="{7799FF23-122D-44A2-854E-93135B59E75E}" dt="2026-07-25T10:21:33.402" v="521" actId="478"/>
          <ac:spMkLst>
            <pc:docMk/>
            <pc:sldMk cId="0" sldId="272"/>
            <ac:spMk id="75" creationId="{5B9003A2-7F75-3789-B8F1-F7803050F928}"/>
          </ac:spMkLst>
        </pc:spChg>
        <pc:spChg chg="del mod">
          <ac:chgData name="Chee Kinston" userId="798c8083d06f756a" providerId="LiveId" clId="{7799FF23-122D-44A2-854E-93135B59E75E}" dt="2026-07-25T10:21:22.922" v="511" actId="478"/>
          <ac:spMkLst>
            <pc:docMk/>
            <pc:sldMk cId="0" sldId="272"/>
            <ac:spMk id="77" creationId="{95A3777F-C684-4E09-B55E-3E5528748AF5}"/>
          </ac:spMkLst>
        </pc:spChg>
        <pc:spChg chg="add mod">
          <ac:chgData name="Chee Kinston" userId="798c8083d06f756a" providerId="LiveId" clId="{7799FF23-122D-44A2-854E-93135B59E75E}" dt="2026-07-25T10:22:09.937" v="537"/>
          <ac:spMkLst>
            <pc:docMk/>
            <pc:sldMk cId="0" sldId="272"/>
            <ac:spMk id="78" creationId="{CA53FBAD-82F6-2654-7563-6BAC1E758DBD}"/>
          </ac:spMkLst>
        </pc:spChg>
        <pc:spChg chg="add mod">
          <ac:chgData name="Chee Kinston" userId="798c8083d06f756a" providerId="LiveId" clId="{7799FF23-122D-44A2-854E-93135B59E75E}" dt="2026-07-25T10:22:09.937" v="537"/>
          <ac:spMkLst>
            <pc:docMk/>
            <pc:sldMk cId="0" sldId="272"/>
            <ac:spMk id="79" creationId="{18FCD17F-29B5-6074-21C8-C7A0AFA5B29F}"/>
          </ac:spMkLst>
        </pc:spChg>
        <pc:spChg chg="add mod">
          <ac:chgData name="Chee Kinston" userId="798c8083d06f756a" providerId="LiveId" clId="{7799FF23-122D-44A2-854E-93135B59E75E}" dt="2026-07-25T10:22:09.937" v="537"/>
          <ac:spMkLst>
            <pc:docMk/>
            <pc:sldMk cId="0" sldId="272"/>
            <ac:spMk id="80" creationId="{16F49E8F-A945-202E-5627-DFA68116DC72}"/>
          </ac:spMkLst>
        </pc:spChg>
        <pc:spChg chg="add mod">
          <ac:chgData name="Chee Kinston" userId="798c8083d06f756a" providerId="LiveId" clId="{7799FF23-122D-44A2-854E-93135B59E75E}" dt="2026-07-25T10:22:09.937" v="537"/>
          <ac:spMkLst>
            <pc:docMk/>
            <pc:sldMk cId="0" sldId="272"/>
            <ac:spMk id="81" creationId="{C8495C84-838D-55DC-DAD3-DC0D54CFEF8B}"/>
          </ac:spMkLst>
        </pc:spChg>
        <pc:spChg chg="add mod">
          <ac:chgData name="Chee Kinston" userId="798c8083d06f756a" providerId="LiveId" clId="{7799FF23-122D-44A2-854E-93135B59E75E}" dt="2026-07-25T10:22:14.356" v="539" actId="1076"/>
          <ac:spMkLst>
            <pc:docMk/>
            <pc:sldMk cId="0" sldId="272"/>
            <ac:spMk id="82" creationId="{9FF1EBC1-0D7A-7B98-DB9B-E16A6992D5CB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3" creationId="{CD0C0359-B2AB-3B69-2877-64299D3A3118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4" creationId="{59838DB7-2E39-2846-213F-45A5F90B04F5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5" creationId="{B2667EE6-EDEA-2738-64CB-FAD00CC1FD52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6" creationId="{09CFC313-C20B-FF2F-AC3A-C3D2E19356EF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7" creationId="{E10C4900-3D1E-D7AD-A48D-F6FD1B7B93C9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8" creationId="{5F3654A6-F197-837B-07FE-D272F60D08E3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89" creationId="{7E3FF818-4738-4090-94C7-9A27A4141BFB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90" creationId="{62C871E9-EA0D-ADBE-2AD5-FD5E143CC642}"/>
          </ac:spMkLst>
        </pc:spChg>
        <pc:spChg chg="add mod">
          <ac:chgData name="Chee Kinston" userId="798c8083d06f756a" providerId="LiveId" clId="{7799FF23-122D-44A2-854E-93135B59E75E}" dt="2026-07-25T10:22:15.442" v="541"/>
          <ac:spMkLst>
            <pc:docMk/>
            <pc:sldMk cId="0" sldId="272"/>
            <ac:spMk id="91" creationId="{BEA869F1-E2C4-C508-9E11-506C0514E292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92" creationId="{760F6040-D1CE-3149-4CF5-91F54A99ABB8}"/>
          </ac:spMkLst>
        </pc:spChg>
        <pc:spChg chg="add del mod">
          <ac:chgData name="Chee Kinston" userId="798c8083d06f756a" providerId="LiveId" clId="{7799FF23-122D-44A2-854E-93135B59E75E}" dt="2026-07-25T10:22:25.045" v="545" actId="478"/>
          <ac:spMkLst>
            <pc:docMk/>
            <pc:sldMk cId="0" sldId="272"/>
            <ac:spMk id="93" creationId="{79BFB5F9-E9D9-9D57-736A-B950815D8DDB}"/>
          </ac:spMkLst>
        </pc:spChg>
        <pc:spChg chg="add del mod">
          <ac:chgData name="Chee Kinston" userId="798c8083d06f756a" providerId="LiveId" clId="{7799FF23-122D-44A2-854E-93135B59E75E}" dt="2026-07-25T10:23:11.958" v="555" actId="478"/>
          <ac:spMkLst>
            <pc:docMk/>
            <pc:sldMk cId="0" sldId="272"/>
            <ac:spMk id="94" creationId="{A312452D-CB24-E790-D341-D70D71B0E37E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95" creationId="{9F73C175-14A2-C345-4EA4-E40D78506D4A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96" creationId="{DC601EF1-E642-27F6-241B-8E8B8ECC7243}"/>
          </ac:spMkLst>
        </pc:spChg>
        <pc:spChg chg="add del mod">
          <ac:chgData name="Chee Kinston" userId="798c8083d06f756a" providerId="LiveId" clId="{7799FF23-122D-44A2-854E-93135B59E75E}" dt="2026-07-25T10:23:11.958" v="555" actId="478"/>
          <ac:spMkLst>
            <pc:docMk/>
            <pc:sldMk cId="0" sldId="272"/>
            <ac:spMk id="97" creationId="{460C8FCC-4532-0618-7E02-6F0833AF7AB8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98" creationId="{3379A8B2-1C63-2545-9B72-2C9DBC4EA4AD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99" creationId="{E840CCAA-5A05-E617-F73D-91DA564ACB7D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0" creationId="{985F150C-540A-6F65-ECD4-A469633B3D8D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1" creationId="{9A6C74EA-E534-3CF5-E5D7-041F5E9BEF77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2" creationId="{216A8C12-40F6-89FE-DB20-0BD79ABCBB48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3" creationId="{ABBEB674-9840-C7C3-C655-5AC3830ED545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4" creationId="{D03B87AA-02C3-1445-99B5-A9B559B2B56E}"/>
          </ac:spMkLst>
        </pc:spChg>
        <pc:spChg chg="add del mod">
          <ac:chgData name="Chee Kinston" userId="798c8083d06f756a" providerId="LiveId" clId="{7799FF23-122D-44A2-854E-93135B59E75E}" dt="2026-07-25T10:23:09.414" v="554" actId="478"/>
          <ac:spMkLst>
            <pc:docMk/>
            <pc:sldMk cId="0" sldId="272"/>
            <ac:spMk id="105" creationId="{571AB13C-5D95-2810-CE23-5467E4EDEC2D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06" creationId="{CF313098-8456-279D-F26C-969E0C2D1D32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07" creationId="{8A2D3C83-8E4B-61FE-A7CC-E300DDEDEE0D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08" creationId="{921CC4D3-A5A0-119B-349B-9A5561CF8EBE}"/>
          </ac:spMkLst>
        </pc:spChg>
        <pc:spChg chg="add mod">
          <ac:chgData name="Chee Kinston" userId="798c8083d06f756a" providerId="LiveId" clId="{7799FF23-122D-44A2-854E-93135B59E75E}" dt="2026-07-25T10:23:50.880" v="573" actId="20577"/>
          <ac:spMkLst>
            <pc:docMk/>
            <pc:sldMk cId="0" sldId="272"/>
            <ac:spMk id="109" creationId="{E988AEB0-9B8D-5B39-EA89-8113A1768E18}"/>
          </ac:spMkLst>
        </pc:spChg>
        <pc:spChg chg="add mod">
          <ac:chgData name="Chee Kinston" userId="798c8083d06f756a" providerId="LiveId" clId="{7799FF23-122D-44A2-854E-93135B59E75E}" dt="2026-07-25T10:23:20.807" v="557" actId="1076"/>
          <ac:spMkLst>
            <pc:docMk/>
            <pc:sldMk cId="0" sldId="272"/>
            <ac:spMk id="110" creationId="{8FC450B8-E6F5-03D9-7A39-E60786DCB956}"/>
          </ac:spMkLst>
        </pc:spChg>
        <pc:spChg chg="add mod">
          <ac:chgData name="Chee Kinston" userId="798c8083d06f756a" providerId="LiveId" clId="{7799FF23-122D-44A2-854E-93135B59E75E}" dt="2026-07-25T10:25:00.384" v="597"/>
          <ac:spMkLst>
            <pc:docMk/>
            <pc:sldMk cId="0" sldId="272"/>
            <ac:spMk id="111" creationId="{CA9C7146-F6FA-0819-BDF9-6B93C93B7A9C}"/>
          </ac:spMkLst>
        </pc:spChg>
        <pc:spChg chg="add mod">
          <ac:chgData name="Chee Kinston" userId="798c8083d06f756a" providerId="LiveId" clId="{7799FF23-122D-44A2-854E-93135B59E75E}" dt="2026-07-25T10:24:09.033" v="580"/>
          <ac:spMkLst>
            <pc:docMk/>
            <pc:sldMk cId="0" sldId="272"/>
            <ac:spMk id="112" creationId="{CF9C4AAE-5020-DC6F-811F-C2C39138368F}"/>
          </ac:spMkLst>
        </pc:spChg>
        <pc:spChg chg="add mod">
          <ac:chgData name="Chee Kinston" userId="798c8083d06f756a" providerId="LiveId" clId="{7799FF23-122D-44A2-854E-93135B59E75E}" dt="2026-07-25T10:23:40.574" v="567" actId="20577"/>
          <ac:spMkLst>
            <pc:docMk/>
            <pc:sldMk cId="0" sldId="272"/>
            <ac:spMk id="113" creationId="{F280299B-31F2-5CAE-022F-3F3EC9FC6D26}"/>
          </ac:spMkLst>
        </pc:spChg>
        <pc:spChg chg="add mod">
          <ac:chgData name="Chee Kinston" userId="798c8083d06f756a" providerId="LiveId" clId="{7799FF23-122D-44A2-854E-93135B59E75E}" dt="2026-07-25T10:23:21.444" v="558"/>
          <ac:spMkLst>
            <pc:docMk/>
            <pc:sldMk cId="0" sldId="272"/>
            <ac:spMk id="114" creationId="{021A897F-D6A6-732F-8177-0D20A4536AD7}"/>
          </ac:spMkLst>
        </pc:spChg>
        <pc:spChg chg="add mod">
          <ac:chgData name="Chee Kinston" userId="798c8083d06f756a" providerId="LiveId" clId="{7799FF23-122D-44A2-854E-93135B59E75E}" dt="2026-07-25T10:25:10.019" v="599"/>
          <ac:spMkLst>
            <pc:docMk/>
            <pc:sldMk cId="0" sldId="272"/>
            <ac:spMk id="115" creationId="{29B9EA3B-C748-3A4C-306B-7FE2E8D8530A}"/>
          </ac:spMkLst>
        </pc:spChg>
        <pc:spChg chg="add mod">
          <ac:chgData name="Chee Kinston" userId="798c8083d06f756a" providerId="LiveId" clId="{7799FF23-122D-44A2-854E-93135B59E75E}" dt="2026-07-25T10:25:05.182" v="598"/>
          <ac:spMkLst>
            <pc:docMk/>
            <pc:sldMk cId="0" sldId="272"/>
            <ac:spMk id="116" creationId="{F2C70F24-2365-0DBB-E297-D77FE9EF9399}"/>
          </ac:spMkLst>
        </pc:spChg>
        <pc:spChg chg="add mod">
          <ac:chgData name="Chee Kinston" userId="798c8083d06f756a" providerId="LiveId" clId="{7799FF23-122D-44A2-854E-93135B59E75E}" dt="2026-07-25T10:23:43.705" v="569" actId="20577"/>
          <ac:spMkLst>
            <pc:docMk/>
            <pc:sldMk cId="0" sldId="272"/>
            <ac:spMk id="117" creationId="{DCE80C2D-3C9F-7370-E26F-229452D52342}"/>
          </ac:spMkLst>
        </pc:spChg>
        <pc:spChg chg="add mod">
          <ac:chgData name="Chee Kinston" userId="798c8083d06f756a" providerId="LiveId" clId="{7799FF23-122D-44A2-854E-93135B59E75E}" dt="2026-07-25T10:23:21.633" v="559"/>
          <ac:spMkLst>
            <pc:docMk/>
            <pc:sldMk cId="0" sldId="272"/>
            <ac:spMk id="118" creationId="{F3E7B260-C55E-5C1B-3734-65DC326151BA}"/>
          </ac:spMkLst>
        </pc:spChg>
        <pc:spChg chg="add mod">
          <ac:chgData name="Chee Kinston" userId="798c8083d06f756a" providerId="LiveId" clId="{7799FF23-122D-44A2-854E-93135B59E75E}" dt="2026-07-25T10:25:19.336" v="601"/>
          <ac:spMkLst>
            <pc:docMk/>
            <pc:sldMk cId="0" sldId="272"/>
            <ac:spMk id="119" creationId="{AB36A263-7824-9F2F-1D37-182DC46DF6A6}"/>
          </ac:spMkLst>
        </pc:spChg>
        <pc:spChg chg="add mod">
          <ac:chgData name="Chee Kinston" userId="798c8083d06f756a" providerId="LiveId" clId="{7799FF23-122D-44A2-854E-93135B59E75E}" dt="2026-07-25T10:25:14.582" v="600"/>
          <ac:spMkLst>
            <pc:docMk/>
            <pc:sldMk cId="0" sldId="272"/>
            <ac:spMk id="120" creationId="{4652229D-2F7A-FBAF-5A1B-111F826A454C}"/>
          </ac:spMkLst>
        </pc:spChg>
        <pc:spChg chg="add mod">
          <ac:chgData name="Chee Kinston" userId="798c8083d06f756a" providerId="LiveId" clId="{7799FF23-122D-44A2-854E-93135B59E75E}" dt="2026-07-25T10:23:47.310" v="571" actId="20577"/>
          <ac:spMkLst>
            <pc:docMk/>
            <pc:sldMk cId="0" sldId="272"/>
            <ac:spMk id="121" creationId="{1C77AD33-3DF8-3A47-B8CA-337EB8638877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2" creationId="{0FADDB0A-99E7-17EA-3C05-687552C44AE8}"/>
          </ac:spMkLst>
        </pc:spChg>
        <pc:spChg chg="add mod">
          <ac:chgData name="Chee Kinston" userId="798c8083d06f756a" providerId="LiveId" clId="{7799FF23-122D-44A2-854E-93135B59E75E}" dt="2026-07-25T10:23:31.957" v="561" actId="1076"/>
          <ac:spMkLst>
            <pc:docMk/>
            <pc:sldMk cId="0" sldId="272"/>
            <ac:spMk id="123" creationId="{3CFB71B8-7879-9033-B30A-D64219FC72DE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4" creationId="{CCE68D68-9FAB-E114-DED7-22A8D59326A2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5" creationId="{53C3206B-50C1-33FD-9D5F-420C814BF537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6" creationId="{1CADB631-287B-122E-0E7A-BB60C64FAFB1}"/>
          </ac:spMkLst>
        </pc:spChg>
        <pc:spChg chg="add mod">
          <ac:chgData name="Chee Kinston" userId="798c8083d06f756a" providerId="LiveId" clId="{7799FF23-122D-44A2-854E-93135B59E75E}" dt="2026-07-25T10:23:31.957" v="561" actId="1076"/>
          <ac:spMkLst>
            <pc:docMk/>
            <pc:sldMk cId="0" sldId="272"/>
            <ac:spMk id="127" creationId="{D7D8355E-F58B-E398-6BCA-F52764152CE1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8" creationId="{E95B876F-6C4A-A5AF-42E1-E46FEBE1700D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29" creationId="{F2297CDE-5F29-EDBC-56F3-4EFACFEFB842}"/>
          </ac:spMkLst>
        </pc:spChg>
        <pc:spChg chg="add del mod">
          <ac:chgData name="Chee Kinston" userId="798c8083d06f756a" providerId="LiveId" clId="{7799FF23-122D-44A2-854E-93135B59E75E}" dt="2026-07-25T10:24:32.291" v="586" actId="478"/>
          <ac:spMkLst>
            <pc:docMk/>
            <pc:sldMk cId="0" sldId="272"/>
            <ac:spMk id="130" creationId="{3F4D70C7-1932-3BD4-52E4-7A8ADAD64FB3}"/>
          </ac:spMkLst>
        </pc:spChg>
        <pc:spChg chg="add mod">
          <ac:chgData name="Chee Kinston" userId="798c8083d06f756a" providerId="LiveId" clId="{7799FF23-122D-44A2-854E-93135B59E75E}" dt="2026-07-25T10:24:01.404" v="579" actId="20577"/>
          <ac:spMkLst>
            <pc:docMk/>
            <pc:sldMk cId="0" sldId="272"/>
            <ac:spMk id="133" creationId="{0EC9D015-8FB8-1312-ECD4-FE5DCAB1EB9E}"/>
          </ac:spMkLst>
        </pc:spChg>
        <pc:spChg chg="add mod">
          <ac:chgData name="Chee Kinston" userId="798c8083d06f756a" providerId="LiveId" clId="{7799FF23-122D-44A2-854E-93135B59E75E}" dt="2026-07-25T10:24:39.017" v="588" actId="1076"/>
          <ac:spMkLst>
            <pc:docMk/>
            <pc:sldMk cId="0" sldId="272"/>
            <ac:spMk id="134" creationId="{BE8452F0-435C-D222-A7C2-6F0F79CBF2EB}"/>
          </ac:spMkLst>
        </pc:spChg>
        <pc:spChg chg="mod">
          <ac:chgData name="Chee Kinston" userId="798c8083d06f756a" providerId="LiveId" clId="{7799FF23-122D-44A2-854E-93135B59E75E}" dt="2026-07-25T10:25:30.873" v="603"/>
          <ac:spMkLst>
            <pc:docMk/>
            <pc:sldMk cId="0" sldId="272"/>
            <ac:spMk id="135" creationId="{3B736902-F74D-9CA6-D2F1-348560BB89A5}"/>
          </ac:spMkLst>
        </pc:spChg>
        <pc:spChg chg="mod">
          <ac:chgData name="Chee Kinston" userId="798c8083d06f756a" providerId="LiveId" clId="{7799FF23-122D-44A2-854E-93135B59E75E}" dt="2026-07-25T10:25:25.346" v="602"/>
          <ac:spMkLst>
            <pc:docMk/>
            <pc:sldMk cId="0" sldId="272"/>
            <ac:spMk id="136" creationId="{FCBE4A04-FA39-9B94-297A-3689D1A9F196}"/>
          </ac:spMkLst>
        </pc:spChg>
        <pc:spChg chg="add mod">
          <ac:chgData name="Chee Kinston" userId="798c8083d06f756a" providerId="LiveId" clId="{7799FF23-122D-44A2-854E-93135B59E75E}" dt="2026-07-25T10:24:41.836" v="590" actId="20577"/>
          <ac:spMkLst>
            <pc:docMk/>
            <pc:sldMk cId="0" sldId="272"/>
            <ac:spMk id="137" creationId="{56EAE82D-06EB-B433-2288-D90BD761B9B0}"/>
          </ac:spMkLst>
        </pc:spChg>
        <pc:spChg chg="add mod">
          <ac:chgData name="Chee Kinston" userId="798c8083d06f756a" providerId="LiveId" clId="{7799FF23-122D-44A2-854E-93135B59E75E}" dt="2026-07-25T10:24:39.017" v="588" actId="1076"/>
          <ac:spMkLst>
            <pc:docMk/>
            <pc:sldMk cId="0" sldId="272"/>
            <ac:spMk id="138" creationId="{CCF54151-738C-D0BB-53E7-CE760280505D}"/>
          </ac:spMkLst>
        </pc:spChg>
        <pc:spChg chg="add mod">
          <ac:chgData name="Chee Kinston" userId="798c8083d06f756a" providerId="LiveId" clId="{7799FF23-122D-44A2-854E-93135B59E75E}" dt="2026-07-25T10:25:41.282" v="605"/>
          <ac:spMkLst>
            <pc:docMk/>
            <pc:sldMk cId="0" sldId="272"/>
            <ac:spMk id="139" creationId="{09744137-BD26-4912-3B40-2E7DA27A0192}"/>
          </ac:spMkLst>
        </pc:spChg>
        <pc:spChg chg="add mod">
          <ac:chgData name="Chee Kinston" userId="798c8083d06f756a" providerId="LiveId" clId="{7799FF23-122D-44A2-854E-93135B59E75E}" dt="2026-07-25T10:25:35.920" v="604"/>
          <ac:spMkLst>
            <pc:docMk/>
            <pc:sldMk cId="0" sldId="272"/>
            <ac:spMk id="140" creationId="{D036CD63-566B-5BD1-A2C9-FB909C9FE9A2}"/>
          </ac:spMkLst>
        </pc:spChg>
        <pc:spChg chg="add mod">
          <ac:chgData name="Chee Kinston" userId="798c8083d06f756a" providerId="LiveId" clId="{7799FF23-122D-44A2-854E-93135B59E75E}" dt="2026-07-25T10:24:45.169" v="592" actId="20577"/>
          <ac:spMkLst>
            <pc:docMk/>
            <pc:sldMk cId="0" sldId="272"/>
            <ac:spMk id="141" creationId="{CE8A27A1-58DE-3655-7CC1-8C136B2D18B6}"/>
          </ac:spMkLst>
        </pc:spChg>
        <pc:spChg chg="add mod">
          <ac:chgData name="Chee Kinston" userId="798c8083d06f756a" providerId="LiveId" clId="{7799FF23-122D-44A2-854E-93135B59E75E}" dt="2026-07-25T10:24:39.017" v="588" actId="1076"/>
          <ac:spMkLst>
            <pc:docMk/>
            <pc:sldMk cId="0" sldId="272"/>
            <ac:spMk id="142" creationId="{CED7CE4B-6FD8-84AF-69B2-5A97D130FEE7}"/>
          </ac:spMkLst>
        </pc:spChg>
        <pc:spChg chg="mod">
          <ac:chgData name="Chee Kinston" userId="798c8083d06f756a" providerId="LiveId" clId="{7799FF23-122D-44A2-854E-93135B59E75E}" dt="2026-07-25T10:25:56.948" v="615"/>
          <ac:spMkLst>
            <pc:docMk/>
            <pc:sldMk cId="0" sldId="272"/>
            <ac:spMk id="143" creationId="{0AB1BF5E-EF6D-C040-8FFA-8710D269E725}"/>
          </ac:spMkLst>
        </pc:spChg>
        <pc:spChg chg="mod">
          <ac:chgData name="Chee Kinston" userId="798c8083d06f756a" providerId="LiveId" clId="{7799FF23-122D-44A2-854E-93135B59E75E}" dt="2026-07-25T10:25:50.668" v="614" actId="20577"/>
          <ac:spMkLst>
            <pc:docMk/>
            <pc:sldMk cId="0" sldId="272"/>
            <ac:spMk id="144" creationId="{C8DC6FB6-DDF5-7B00-91BD-7D814375EDEE}"/>
          </ac:spMkLst>
        </pc:spChg>
        <pc:spChg chg="add mod">
          <ac:chgData name="Chee Kinston" userId="798c8083d06f756a" providerId="LiveId" clId="{7799FF23-122D-44A2-854E-93135B59E75E}" dt="2026-07-25T10:24:48.865" v="594" actId="20577"/>
          <ac:spMkLst>
            <pc:docMk/>
            <pc:sldMk cId="0" sldId="272"/>
            <ac:spMk id="145" creationId="{1017BD52-6EDE-C9B6-9D20-CE5A7115353F}"/>
          </ac:spMkLst>
        </pc:spChg>
        <pc:spChg chg="mod">
          <ac:chgData name="Chee Kinston" userId="798c8083d06f756a" providerId="LiveId" clId="{7799FF23-122D-44A2-854E-93135B59E75E}" dt="2026-07-25T10:26:07.766" v="617"/>
          <ac:spMkLst>
            <pc:docMk/>
            <pc:sldMk cId="0" sldId="272"/>
            <ac:spMk id="147" creationId="{AD41A5CC-DC57-E0A0-DB48-B4DF18DCA000}"/>
          </ac:spMkLst>
        </pc:spChg>
        <pc:spChg chg="add mod">
          <ac:chgData name="Chee Kinston" userId="798c8083d06f756a" providerId="LiveId" clId="{7799FF23-122D-44A2-854E-93135B59E75E}" dt="2026-07-25T10:26:03.202" v="616"/>
          <ac:spMkLst>
            <pc:docMk/>
            <pc:sldMk cId="0" sldId="272"/>
            <ac:spMk id="148" creationId="{0404EB05-3AAA-0BC5-F02E-264B6DC8CD66}"/>
          </ac:spMkLst>
        </pc:spChg>
        <pc:spChg chg="add mod">
          <ac:chgData name="Chee Kinston" userId="798c8083d06f756a" providerId="LiveId" clId="{7799FF23-122D-44A2-854E-93135B59E75E}" dt="2026-07-25T10:24:52.130" v="596" actId="20577"/>
          <ac:spMkLst>
            <pc:docMk/>
            <pc:sldMk cId="0" sldId="272"/>
            <ac:spMk id="149" creationId="{FA5F31AF-F0FB-BDB5-1552-37F57BF05B89}"/>
          </ac:spMkLst>
        </pc:spChg>
        <pc:grpChg chg="mod">
          <ac:chgData name="Chee Kinston" userId="798c8083d06f756a" providerId="LiveId" clId="{7799FF23-122D-44A2-854E-93135B59E75E}" dt="2026-07-25T10:20:20.472" v="498" actId="1076"/>
          <ac:grpSpMkLst>
            <pc:docMk/>
            <pc:sldMk cId="0" sldId="272"/>
            <ac:grpSpMk id="2" creationId="{00000000-0000-0000-0000-000000000000}"/>
          </ac:grpSpMkLst>
        </pc:grpChg>
      </pc:sldChg>
      <pc:sldChg chg="modSp mod">
        <pc:chgData name="Chee Kinston" userId="798c8083d06f756a" providerId="LiveId" clId="{7799FF23-122D-44A2-854E-93135B59E75E}" dt="2026-07-25T17:03:02.904" v="676" actId="1036"/>
        <pc:sldMkLst>
          <pc:docMk/>
          <pc:sldMk cId="0" sldId="273"/>
        </pc:sldMkLst>
        <pc:spChg chg="mod">
          <ac:chgData name="Chee Kinston" userId="798c8083d06f756a" providerId="LiveId" clId="{7799FF23-122D-44A2-854E-93135B59E75E}" dt="2026-07-25T17:02:41.252" v="667" actId="242"/>
          <ac:spMkLst>
            <pc:docMk/>
            <pc:sldMk cId="0" sldId="273"/>
            <ac:spMk id="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2:43.733" v="668" actId="242"/>
          <ac:spMkLst>
            <pc:docMk/>
            <pc:sldMk cId="0" sldId="273"/>
            <ac:spMk id="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2:46.369" v="669" actId="242"/>
          <ac:spMkLst>
            <pc:docMk/>
            <pc:sldMk cId="0" sldId="273"/>
            <ac:spMk id="1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2:49.330" v="670" actId="24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3:02.904" v="676" actId="103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2:51.916" v="671" actId="24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3:02.904" v="676" actId="103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2:54.125" v="672" actId="242"/>
          <ac:spMkLst>
            <pc:docMk/>
            <pc:sldMk cId="0" sldId="273"/>
            <ac:spMk id="2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3:02.904" v="676" actId="103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0:26:21.217" v="619" actId="242"/>
          <ac:spMkLst>
            <pc:docMk/>
            <pc:sldMk cId="0" sldId="273"/>
            <ac:spMk id="27" creationId="{00000000-0000-0000-0000-000000000000}"/>
          </ac:spMkLst>
        </pc:spChg>
      </pc:sldChg>
      <pc:sldChg chg="addSp modSp mod">
        <pc:chgData name="Chee Kinston" userId="798c8083d06f756a" providerId="LiveId" clId="{7799FF23-122D-44A2-854E-93135B59E75E}" dt="2026-07-25T17:07:15.990" v="728" actId="14100"/>
        <pc:sldMkLst>
          <pc:docMk/>
          <pc:sldMk cId="0" sldId="275"/>
        </pc:sldMkLst>
        <pc:spChg chg="mod">
          <ac:chgData name="Chee Kinston" userId="798c8083d06f756a" providerId="LiveId" clId="{7799FF23-122D-44A2-854E-93135B59E75E}" dt="2026-07-25T17:04:30.685" v="693" actId="1035"/>
          <ac:spMkLst>
            <pc:docMk/>
            <pc:sldMk cId="0" sldId="275"/>
            <ac:spMk id="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3:42.655" v="681" actId="1035"/>
          <ac:spMkLst>
            <pc:docMk/>
            <pc:sldMk cId="0" sldId="275"/>
            <ac:spMk id="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3:37.860" v="679" actId="10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5:42.314" v="704"/>
          <ac:spMkLst>
            <pc:docMk/>
            <pc:sldMk cId="0" sldId="275"/>
            <ac:spMk id="1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5:47.130" v="705"/>
          <ac:spMkLst>
            <pc:docMk/>
            <pc:sldMk cId="0" sldId="275"/>
            <ac:spMk id="1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52.565" v="719" actId="20577"/>
          <ac:spMkLst>
            <pc:docMk/>
            <pc:sldMk cId="0" sldId="275"/>
            <ac:spMk id="1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06.315" v="709"/>
          <ac:spMkLst>
            <pc:docMk/>
            <pc:sldMk cId="0" sldId="275"/>
            <ac:spMk id="1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11.494" v="710"/>
          <ac:spMkLst>
            <pc:docMk/>
            <pc:sldMk cId="0" sldId="275"/>
            <ac:spMk id="1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58.610" v="723" actId="20577"/>
          <ac:spMkLst>
            <pc:docMk/>
            <pc:sldMk cId="0" sldId="275"/>
            <ac:spMk id="1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37.648" v="714"/>
          <ac:spMkLst>
            <pc:docMk/>
            <pc:sldMk cId="0" sldId="275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42.554" v="715"/>
          <ac:spMkLst>
            <pc:docMk/>
            <pc:sldMk cId="0" sldId="275"/>
            <ac:spMk id="1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04.664" v="727" actId="20577"/>
          <ac:spMkLst>
            <pc:docMk/>
            <pc:sldMk cId="0" sldId="275"/>
            <ac:spMk id="2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5:30.592" v="702"/>
          <ac:spMkLst>
            <pc:docMk/>
            <pc:sldMk cId="0" sldId="275"/>
            <ac:spMk id="2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5:35.892" v="703"/>
          <ac:spMkLst>
            <pc:docMk/>
            <pc:sldMk cId="0" sldId="275"/>
            <ac:spMk id="2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49.480" v="717" actId="20577"/>
          <ac:spMkLst>
            <pc:docMk/>
            <pc:sldMk cId="0" sldId="275"/>
            <ac:spMk id="2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15.990" v="728" actId="14100"/>
          <ac:spMkLst>
            <pc:docMk/>
            <pc:sldMk cId="0" sldId="275"/>
            <ac:spMk id="2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00.065" v="708"/>
          <ac:spMkLst>
            <pc:docMk/>
            <pc:sldMk cId="0" sldId="275"/>
            <ac:spMk id="2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55.666" v="721" actId="20577"/>
          <ac:spMkLst>
            <pc:docMk/>
            <pc:sldMk cId="0" sldId="275"/>
            <ac:spMk id="2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25.198" v="712" actId="14100"/>
          <ac:spMkLst>
            <pc:docMk/>
            <pc:sldMk cId="0" sldId="275"/>
            <ac:spMk id="3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6:31.469" v="713"/>
          <ac:spMkLst>
            <pc:docMk/>
            <pc:sldMk cId="0" sldId="275"/>
            <ac:spMk id="3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01.662" v="725" actId="20577"/>
          <ac:spMkLst>
            <pc:docMk/>
            <pc:sldMk cId="0" sldId="275"/>
            <ac:spMk id="32" creationId="{00000000-0000-0000-0000-000000000000}"/>
          </ac:spMkLst>
        </pc:spChg>
        <pc:grpChg chg="mod">
          <ac:chgData name="Chee Kinston" userId="798c8083d06f756a" providerId="LiveId" clId="{7799FF23-122D-44A2-854E-93135B59E75E}" dt="2026-07-25T17:04:21.814" v="691" actId="1036"/>
          <ac:grpSpMkLst>
            <pc:docMk/>
            <pc:sldMk cId="0" sldId="275"/>
            <ac:grpSpMk id="2" creationId="{00000000-0000-0000-0000-000000000000}"/>
          </ac:grpSpMkLst>
        </pc:grpChg>
        <pc:cxnChg chg="add mod">
          <ac:chgData name="Chee Kinston" userId="798c8083d06f756a" providerId="LiveId" clId="{7799FF23-122D-44A2-854E-93135B59E75E}" dt="2026-07-25T17:04:52.147" v="700" actId="208"/>
          <ac:cxnSpMkLst>
            <pc:docMk/>
            <pc:sldMk cId="0" sldId="275"/>
            <ac:cxnSpMk id="35" creationId="{23A6030B-C2E3-592C-4EF3-C3E5BA59BA98}"/>
          </ac:cxnSpMkLst>
        </pc:cxnChg>
      </pc:sldChg>
      <pc:sldChg chg="modSp mod">
        <pc:chgData name="Chee Kinston" userId="798c8083d06f756a" providerId="LiveId" clId="{7799FF23-122D-44A2-854E-93135B59E75E}" dt="2026-07-25T17:09:42.312" v="765" actId="1076"/>
        <pc:sldMkLst>
          <pc:docMk/>
          <pc:sldMk cId="0" sldId="276"/>
        </pc:sldMkLst>
        <pc:spChg chg="mod">
          <ac:chgData name="Chee Kinston" userId="798c8083d06f756a" providerId="LiveId" clId="{7799FF23-122D-44A2-854E-93135B59E75E}" dt="2026-07-25T17:07:52.762" v="735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39.587" v="730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50.271" v="733" actId="14100"/>
          <ac:spMkLst>
            <pc:docMk/>
            <pc:sldMk cId="0" sldId="276"/>
            <ac:spMk id="1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45.402" v="731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7:55.748" v="737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01.909" v="739" actId="107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14.405" v="742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08.952" v="740" actId="107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32.807" v="747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43.604" v="750" actId="107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37.217" v="748" actId="1076"/>
          <ac:spMkLst>
            <pc:docMk/>
            <pc:sldMk cId="0" sldId="276"/>
            <ac:spMk id="26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53.234" v="752" actId="1076"/>
          <ac:spMkLst>
            <pc:docMk/>
            <pc:sldMk cId="0" sldId="276"/>
            <ac:spMk id="31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04.026" v="756" actId="1076"/>
          <ac:spMkLst>
            <pc:docMk/>
            <pc:sldMk cId="0" sldId="276"/>
            <ac:spMk id="32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8:56.588" v="753" actId="1076"/>
          <ac:spMkLst>
            <pc:docMk/>
            <pc:sldMk cId="0" sldId="276"/>
            <ac:spMk id="3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20.753" v="761" actId="1076"/>
          <ac:spMkLst>
            <pc:docMk/>
            <pc:sldMk cId="0" sldId="276"/>
            <ac:spMk id="37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18.595" v="760" actId="1076"/>
          <ac:spMkLst>
            <pc:docMk/>
            <pc:sldMk cId="0" sldId="276"/>
            <ac:spMk id="38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12.376" v="758" actId="1076"/>
          <ac:spMkLst>
            <pc:docMk/>
            <pc:sldMk cId="0" sldId="276"/>
            <ac:spMk id="39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28.385" v="762" actId="1076"/>
          <ac:spMkLst>
            <pc:docMk/>
            <pc:sldMk cId="0" sldId="276"/>
            <ac:spMk id="43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42.312" v="765" actId="1076"/>
          <ac:spMkLst>
            <pc:docMk/>
            <pc:sldMk cId="0" sldId="276"/>
            <ac:spMk id="44" creationId="{00000000-0000-0000-0000-000000000000}"/>
          </ac:spMkLst>
        </pc:spChg>
        <pc:spChg chg="mod">
          <ac:chgData name="Chee Kinston" userId="798c8083d06f756a" providerId="LiveId" clId="{7799FF23-122D-44A2-854E-93135B59E75E}" dt="2026-07-25T17:09:33.707" v="763" actId="1076"/>
          <ac:spMkLst>
            <pc:docMk/>
            <pc:sldMk cId="0" sldId="276"/>
            <ac:spMk id="45" creationId="{00000000-0000-0000-0000-000000000000}"/>
          </ac:spMkLst>
        </pc:spChg>
      </pc:sldChg>
      <pc:sldChg chg="addSp delSp modSp mod">
        <pc:chgData name="Chee Kinston" userId="798c8083d06f756a" providerId="LiveId" clId="{7799FF23-122D-44A2-854E-93135B59E75E}" dt="2026-07-25T17:16:41.281" v="848" actId="1035"/>
        <pc:sldMkLst>
          <pc:docMk/>
          <pc:sldMk cId="0" sldId="279"/>
        </pc:sldMkLst>
        <pc:spChg chg="mod">
          <ac:chgData name="Chee Kinston" userId="798c8083d06f756a" providerId="LiveId" clId="{7799FF23-122D-44A2-854E-93135B59E75E}" dt="2026-07-25T17:11:31.871" v="767" actId="21"/>
          <ac:spMkLst>
            <pc:docMk/>
            <pc:sldMk cId="0" sldId="279"/>
            <ac:spMk id="3" creationId="{00000000-0000-0000-0000-000000000000}"/>
          </ac:spMkLst>
        </pc:spChg>
        <pc:spChg chg="add del mod">
          <ac:chgData name="Chee Kinston" userId="798c8083d06f756a" providerId="LiveId" clId="{7799FF23-122D-44A2-854E-93135B59E75E}" dt="2026-07-25T17:15:33.167" v="827"/>
          <ac:spMkLst>
            <pc:docMk/>
            <pc:sldMk cId="0" sldId="279"/>
            <ac:spMk id="42" creationId="{EF2AA71B-BA4D-7128-DD34-5B4EE3A4990C}"/>
          </ac:spMkLst>
        </pc:spChg>
        <pc:spChg chg="add mod">
          <ac:chgData name="Chee Kinston" userId="798c8083d06f756a" providerId="LiveId" clId="{7799FF23-122D-44A2-854E-93135B59E75E}" dt="2026-07-25T17:15:37.421" v="834" actId="1035"/>
          <ac:spMkLst>
            <pc:docMk/>
            <pc:sldMk cId="0" sldId="279"/>
            <ac:spMk id="44" creationId="{12B48220-2239-A5F2-0D11-5CDE712B4BBB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46" creationId="{6C62FDDB-8728-2156-9A43-1C3771809E6A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48" creationId="{5AF6160F-E77C-8FAC-AC73-F2C734E7462E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50" creationId="{35799F35-A301-2C97-4F3C-D2AFC84DA298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52" creationId="{883DED91-EABB-B232-C363-FFE44E9497AA}"/>
          </ac:spMkLst>
        </pc:spChg>
        <pc:spChg chg="add mod">
          <ac:chgData name="Chee Kinston" userId="798c8083d06f756a" providerId="LiveId" clId="{7799FF23-122D-44A2-854E-93135B59E75E}" dt="2026-07-25T17:15:37.421" v="834" actId="1035"/>
          <ac:spMkLst>
            <pc:docMk/>
            <pc:sldMk cId="0" sldId="279"/>
            <ac:spMk id="54" creationId="{9C1B70EC-B48A-AD4E-3B19-A153F6BDA005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56" creationId="{DC649904-EC29-87EB-EEAC-E8019F45362B}"/>
          </ac:spMkLst>
        </pc:spChg>
        <pc:spChg chg="add mod">
          <ac:chgData name="Chee Kinston" userId="798c8083d06f756a" providerId="LiveId" clId="{7799FF23-122D-44A2-854E-93135B59E75E}" dt="2026-07-25T17:15:37.421" v="834" actId="1035"/>
          <ac:spMkLst>
            <pc:docMk/>
            <pc:sldMk cId="0" sldId="279"/>
            <ac:spMk id="58" creationId="{017FEA92-8272-FFA5-E105-BC73E6FCE4EB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60" creationId="{72D46C86-50B6-DC23-84DF-33777527052D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62" creationId="{52939322-3965-A3C6-BC9C-6CB78FE8B405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64" creationId="{31B3384E-7FBA-363A-D498-2F9BBE777049}"/>
          </ac:spMkLst>
        </pc:spChg>
        <pc:spChg chg="add mod">
          <ac:chgData name="Chee Kinston" userId="798c8083d06f756a" providerId="LiveId" clId="{7799FF23-122D-44A2-854E-93135B59E75E}" dt="2026-07-25T17:16:32.522" v="846" actId="1035"/>
          <ac:spMkLst>
            <pc:docMk/>
            <pc:sldMk cId="0" sldId="279"/>
            <ac:spMk id="66" creationId="{AAA08BC9-DFB0-6C92-09D6-59D3FB4C122E}"/>
          </ac:spMkLst>
        </pc:spChg>
        <pc:spChg chg="add mod">
          <ac:chgData name="Chee Kinston" userId="798c8083d06f756a" providerId="LiveId" clId="{7799FF23-122D-44A2-854E-93135B59E75E}" dt="2026-07-25T17:16:38.566" v="847" actId="14100"/>
          <ac:spMkLst>
            <pc:docMk/>
            <pc:sldMk cId="0" sldId="279"/>
            <ac:spMk id="68" creationId="{AA2431A9-5E5D-A3F8-4753-C7081A987050}"/>
          </ac:spMkLst>
        </pc:spChg>
        <pc:spChg chg="add mod">
          <ac:chgData name="Chee Kinston" userId="798c8083d06f756a" providerId="LiveId" clId="{7799FF23-122D-44A2-854E-93135B59E75E}" dt="2026-07-25T17:16:16.349" v="842" actId="14100"/>
          <ac:spMkLst>
            <pc:docMk/>
            <pc:sldMk cId="0" sldId="279"/>
            <ac:spMk id="70" creationId="{D451B126-FB27-702D-9F6B-55419798AA64}"/>
          </ac:spMkLst>
        </pc:spChg>
        <pc:spChg chg="add mod">
          <ac:chgData name="Chee Kinston" userId="798c8083d06f756a" providerId="LiveId" clId="{7799FF23-122D-44A2-854E-93135B59E75E}" dt="2026-07-25T17:16:41.281" v="848" actId="1035"/>
          <ac:spMkLst>
            <pc:docMk/>
            <pc:sldMk cId="0" sldId="279"/>
            <ac:spMk id="72" creationId="{091B6DAE-ACEF-CACF-658C-2FDF6C63E56A}"/>
          </ac:spMkLst>
        </pc:spChg>
        <pc:spChg chg="add mod">
          <ac:chgData name="Chee Kinston" userId="798c8083d06f756a" providerId="LiveId" clId="{7799FF23-122D-44A2-854E-93135B59E75E}" dt="2026-07-25T17:15:51.434" v="836" actId="1076"/>
          <ac:spMkLst>
            <pc:docMk/>
            <pc:sldMk cId="0" sldId="279"/>
            <ac:spMk id="74" creationId="{FCAD28A0-1E12-9107-7C1A-72A0CE3485A1}"/>
          </ac:spMkLst>
        </pc:spChg>
        <pc:grpChg chg="del">
          <ac:chgData name="Chee Kinston" userId="798c8083d06f756a" providerId="LiveId" clId="{7799FF23-122D-44A2-854E-93135B59E75E}" dt="2026-07-25T17:11:34.734" v="768" actId="478"/>
          <ac:grpSpMkLst>
            <pc:docMk/>
            <pc:sldMk cId="0" sldId="279"/>
            <ac:grpSpMk id="2" creationId="{00000000-0000-0000-0000-000000000000}"/>
          </ac:grpSpMkLst>
        </pc:grpChg>
        <pc:graphicFrameChg chg="add del mod">
          <ac:chgData name="Chee Kinston" userId="798c8083d06f756a" providerId="LiveId" clId="{7799FF23-122D-44A2-854E-93135B59E75E}" dt="2026-07-25T17:11:40.379" v="772" actId="478"/>
          <ac:graphicFrameMkLst>
            <pc:docMk/>
            <pc:sldMk cId="0" sldId="279"/>
            <ac:graphicFrameMk id="40" creationId="{35CBC925-78B8-4924-10BF-4CCA781C9D17}"/>
          </ac:graphicFrameMkLst>
        </pc:graphicFrameChg>
      </pc:sldChg>
      <pc:sldChg chg="delSp modSp mod">
        <pc:chgData name="Chee Kinston" userId="798c8083d06f756a" providerId="LiveId" clId="{7799FF23-122D-44A2-854E-93135B59E75E}" dt="2026-07-25T17:17:52.171" v="860" actId="20577"/>
        <pc:sldMkLst>
          <pc:docMk/>
          <pc:sldMk cId="0" sldId="280"/>
        </pc:sldMkLst>
        <pc:spChg chg="mod">
          <ac:chgData name="Chee Kinston" userId="798c8083d06f756a" providerId="LiveId" clId="{7799FF23-122D-44A2-854E-93135B59E75E}" dt="2026-07-25T17:17:52.171" v="860" actId="20577"/>
          <ac:spMkLst>
            <pc:docMk/>
            <pc:sldMk cId="0" sldId="280"/>
            <ac:spMk id="13" creationId="{00000000-0000-0000-0000-000000000000}"/>
          </ac:spMkLst>
        </pc:spChg>
        <pc:spChg chg="del">
          <ac:chgData name="Chee Kinston" userId="798c8083d06f756a" providerId="LiveId" clId="{7799FF23-122D-44A2-854E-93135B59E75E}" dt="2026-07-25T17:17:30.374" v="850" actId="478"/>
          <ac:spMkLst>
            <pc:docMk/>
            <pc:sldMk cId="0" sldId="280"/>
            <ac:spMk id="18" creationId="{00000000-0000-0000-0000-000000000000}"/>
          </ac:spMkLst>
        </pc:spChg>
      </pc:sldChg>
      <pc:sldChg chg="delSp mod">
        <pc:chgData name="Chee Kinston" userId="798c8083d06f756a" providerId="LiveId" clId="{7799FF23-122D-44A2-854E-93135B59E75E}" dt="2026-07-25T17:18:10.592" v="862" actId="478"/>
        <pc:sldMkLst>
          <pc:docMk/>
          <pc:sldMk cId="0" sldId="281"/>
        </pc:sldMkLst>
        <pc:spChg chg="del">
          <ac:chgData name="Chee Kinston" userId="798c8083d06f756a" providerId="LiveId" clId="{7799FF23-122D-44A2-854E-93135B59E75E}" dt="2026-07-25T17:18:09.063" v="861" actId="478"/>
          <ac:spMkLst>
            <pc:docMk/>
            <pc:sldMk cId="0" sldId="281"/>
            <ac:spMk id="3" creationId="{00000000-0000-0000-0000-000000000000}"/>
          </ac:spMkLst>
        </pc:spChg>
        <pc:spChg chg="del">
          <ac:chgData name="Chee Kinston" userId="798c8083d06f756a" providerId="LiveId" clId="{7799FF23-122D-44A2-854E-93135B59E75E}" dt="2026-07-25T17:18:10.592" v="862" actId="478"/>
          <ac:spMkLst>
            <pc:docMk/>
            <pc:sldMk cId="0" sldId="281"/>
            <ac:spMk id="4" creationId="{00000000-0000-0000-0000-000000000000}"/>
          </ac:spMkLst>
        </pc:spChg>
      </pc:sldChg>
      <pc:sldChg chg="addSp modSp add del mod">
        <pc:chgData name="Chee Kinston" userId="798c8083d06f756a" providerId="LiveId" clId="{7799FF23-122D-44A2-854E-93135B59E75E}" dt="2026-07-25T10:26:11.421" v="618" actId="47"/>
        <pc:sldMkLst>
          <pc:docMk/>
          <pc:sldMk cId="378913526" sldId="282"/>
        </pc:sldMkLst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46" creationId="{EB993C1A-D3CE-E676-9E05-BB8D3040F88F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48" creationId="{BF4E889B-A9C7-6144-C8B3-DAF96779DDA9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54" creationId="{337AE779-8161-4D89-0C6C-1725E5DF19A5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56" creationId="{84529279-538E-2339-AB94-B3283A1F3647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62" creationId="{FC11B801-3C62-C1E4-AEAB-2A2B0955B04A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64" creationId="{9FE70673-4CE0-AE12-8A09-49708197F889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66" creationId="{69A78C36-5533-DAA0-AB7D-AE12D30D5BCF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70" creationId="{1AA25594-9BEC-FB70-57C3-09A69A7DE810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72" creationId="{FD29EDBF-F55E-FCD3-5B72-92FDF2BB7BF9}"/>
          </ac:spMkLst>
        </pc:spChg>
        <pc:spChg chg="add mod">
          <ac:chgData name="Chee Kinston" userId="798c8083d06f756a" providerId="LiveId" clId="{7799FF23-122D-44A2-854E-93135B59E75E}" dt="2026-07-25T10:20:12.729" v="496" actId="1036"/>
          <ac:spMkLst>
            <pc:docMk/>
            <pc:sldMk cId="378913526" sldId="282"/>
            <ac:spMk id="76" creationId="{61A79A4C-2130-2058-1AB7-7956A6EF2A13}"/>
          </ac:spMkLst>
        </pc:spChg>
      </pc:sldChg>
      <pc:sldChg chg="add del">
        <pc:chgData name="Chee Kinston" userId="798c8083d06f756a" providerId="LiveId" clId="{7799FF23-122D-44A2-854E-93135B59E75E}" dt="2026-07-25T17:07:32.280" v="729" actId="47"/>
        <pc:sldMkLst>
          <pc:docMk/>
          <pc:sldMk cId="657045410" sldId="282"/>
        </pc:sldMkLst>
      </pc:sldChg>
      <pc:sldChg chg="modSp add del mod">
        <pc:chgData name="Chee Kinston" userId="798c8083d06f756a" providerId="LiveId" clId="{7799FF23-122D-44A2-854E-93135B59E75E}" dt="2026-07-25T17:16:52.059" v="849" actId="47"/>
        <pc:sldMkLst>
          <pc:docMk/>
          <pc:sldMk cId="3473303791" sldId="282"/>
        </pc:sldMkLst>
        <pc:spChg chg="mod">
          <ac:chgData name="Chee Kinston" userId="798c8083d06f756a" providerId="LiveId" clId="{7799FF23-122D-44A2-854E-93135B59E75E}" dt="2026-07-25T17:11:46.081" v="774" actId="21"/>
          <ac:spMkLst>
            <pc:docMk/>
            <pc:sldMk cId="3473303791" sldId="282"/>
            <ac:spMk id="3" creationId="{0561A314-AFE1-859C-EBC1-60D179F553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60000">
              <a:srgbClr val="6845D2">
                <a:alpha val="80000"/>
              </a:srgbClr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000" y="0"/>
            <a:ext cx="12667427" cy="7219032"/>
            <a:chOff x="-476000" y="0"/>
            <a:chExt cx="12667427" cy="7219032"/>
          </a:xfrm>
        </p:grpSpPr>
        <p:sp>
          <p:nvSpPr>
            <p:cNvPr id="3" name="AutoShape 3"/>
            <p:cNvSpPr/>
            <p:nvPr/>
          </p:nvSpPr>
          <p:spPr>
            <a:xfrm>
              <a:off x="1827609" y="0"/>
              <a:ext cx="1670926" cy="762000"/>
            </a:xfrm>
            <a:custGeom>
              <a:avLst/>
              <a:gdLst/>
              <a:ahLst/>
              <a:cxnLst/>
              <a:rect l="l" t="t" r="r" b="b"/>
              <a:pathLst>
                <a:path w="1670926" h="762000">
                  <a:moveTo>
                    <a:pt x="0" y="0"/>
                  </a:moveTo>
                  <a:lnTo>
                    <a:pt x="1670926" y="0"/>
                  </a:lnTo>
                  <a:lnTo>
                    <a:pt x="1662021" y="88336"/>
                  </a:lnTo>
                  <a:cubicBezTo>
                    <a:pt x="1583349" y="472795"/>
                    <a:pt x="1243180" y="762000"/>
                    <a:pt x="835463" y="762000"/>
                  </a:cubicBezTo>
                  <a:cubicBezTo>
                    <a:pt x="427746" y="762000"/>
                    <a:pt x="87577" y="472795"/>
                    <a:pt x="8905" y="88336"/>
                  </a:cubicBezTo>
                  <a:close/>
                </a:path>
              </a:pathLst>
            </a:custGeom>
            <a:solidFill>
              <a:srgbClr val="6AFADF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0165419" y="2647936"/>
              <a:ext cx="2026008" cy="3148554"/>
            </a:xfrm>
            <a:custGeom>
              <a:avLst/>
              <a:gdLst/>
              <a:ahLst/>
              <a:cxnLst/>
              <a:rect l="l" t="t" r="r" b="b"/>
              <a:pathLst>
                <a:path w="2026008" h="3148554">
                  <a:moveTo>
                    <a:pt x="1574277" y="0"/>
                  </a:moveTo>
                  <a:cubicBezTo>
                    <a:pt x="1682958" y="0"/>
                    <a:pt x="1789067" y="11013"/>
                    <a:pt x="1891549" y="31984"/>
                  </a:cubicBezTo>
                  <a:lnTo>
                    <a:pt x="2026008" y="66557"/>
                  </a:lnTo>
                  <a:lnTo>
                    <a:pt x="2026008" y="3081998"/>
                  </a:lnTo>
                  <a:lnTo>
                    <a:pt x="1891549" y="3116571"/>
                  </a:lnTo>
                  <a:cubicBezTo>
                    <a:pt x="1789067" y="3137541"/>
                    <a:pt x="1682958" y="3148554"/>
                    <a:pt x="1574277" y="3148554"/>
                  </a:cubicBezTo>
                  <a:cubicBezTo>
                    <a:pt x="704828" y="3148554"/>
                    <a:pt x="0" y="2443726"/>
                    <a:pt x="0" y="1574277"/>
                  </a:cubicBezTo>
                  <a:cubicBezTo>
                    <a:pt x="0" y="704828"/>
                    <a:pt x="704828" y="0"/>
                    <a:pt x="1574277" y="0"/>
                  </a:cubicBezTo>
                  <a:close/>
                </a:path>
              </a:pathLst>
            </a:custGeom>
            <a:solidFill>
              <a:srgbClr val="8205EB">
                <a:alpha val="34901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0471860" y="2473314"/>
              <a:ext cx="731520" cy="731520"/>
            </a:xfrm>
            <a:prstGeom prst="ellipse">
              <a:avLst/>
            </a:prstGeom>
            <a:solidFill>
              <a:srgbClr val="6AFADF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AutoShape 6"/>
            <p:cNvSpPr/>
            <p:nvPr/>
          </p:nvSpPr>
          <p:spPr>
            <a:xfrm rot="7560000">
              <a:off x="-150705" y="4999486"/>
              <a:ext cx="1894251" cy="2544842"/>
            </a:xfrm>
            <a:custGeom>
              <a:avLst/>
              <a:gdLst/>
              <a:ahLst/>
              <a:cxnLst/>
              <a:rect l="l" t="t" r="r" b="b"/>
              <a:pathLst>
                <a:path w="1894250" h="2544842">
                  <a:moveTo>
                    <a:pt x="268862" y="2210371"/>
                  </a:moveTo>
                  <a:cubicBezTo>
                    <a:pt x="99116" y="1959115"/>
                    <a:pt x="0" y="1656221"/>
                    <a:pt x="0" y="1330178"/>
                  </a:cubicBezTo>
                  <a:cubicBezTo>
                    <a:pt x="0" y="786772"/>
                    <a:pt x="275323" y="307672"/>
                    <a:pt x="694084" y="24763"/>
                  </a:cubicBezTo>
                  <a:lnTo>
                    <a:pt x="734845" y="0"/>
                  </a:lnTo>
                  <a:lnTo>
                    <a:pt x="1894251" y="1567214"/>
                  </a:lnTo>
                  <a:lnTo>
                    <a:pt x="572753" y="2544842"/>
                  </a:lnTo>
                  <a:lnTo>
                    <a:pt x="461095" y="2443360"/>
                  </a:lnTo>
                  <a:cubicBezTo>
                    <a:pt x="389873" y="2372138"/>
                    <a:pt x="325443" y="2294123"/>
                    <a:pt x="268862" y="2210371"/>
                  </a:cubicBezTo>
                  <a:close/>
                </a:path>
              </a:pathLst>
            </a:custGeom>
            <a:solidFill>
              <a:srgbClr val="8205EB">
                <a:alpha val="2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54100">
              <a:srgbClr val="6845D2">
                <a:alpha val="50196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60000">
              <a:srgbClr val="6845D2">
                <a:alpha val="8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767172" cy="7304127"/>
            <a:chOff x="-1088880" y="0"/>
            <a:chExt cx="12767172" cy="7304127"/>
          </a:xfrm>
        </p:grpSpPr>
        <p:sp>
          <p:nvSpPr>
            <p:cNvPr id="3" name="AutoShape 3"/>
            <p:cNvSpPr/>
            <p:nvPr/>
          </p:nvSpPr>
          <p:spPr>
            <a:xfrm>
              <a:off x="1610439" y="0"/>
              <a:ext cx="1670926" cy="762000"/>
            </a:xfrm>
            <a:custGeom>
              <a:avLst/>
              <a:gdLst/>
              <a:ahLst/>
              <a:cxnLst/>
              <a:rect l="l" t="t" r="r" b="b"/>
              <a:pathLst>
                <a:path w="1670926" h="762000">
                  <a:moveTo>
                    <a:pt x="0" y="0"/>
                  </a:moveTo>
                  <a:lnTo>
                    <a:pt x="1670926" y="0"/>
                  </a:lnTo>
                  <a:lnTo>
                    <a:pt x="1662021" y="88336"/>
                  </a:lnTo>
                  <a:cubicBezTo>
                    <a:pt x="1583349" y="472795"/>
                    <a:pt x="1243180" y="762000"/>
                    <a:pt x="835463" y="762000"/>
                  </a:cubicBezTo>
                  <a:cubicBezTo>
                    <a:pt x="427746" y="762000"/>
                    <a:pt x="87577" y="472795"/>
                    <a:pt x="8905" y="88336"/>
                  </a:cubicBezTo>
                  <a:close/>
                </a:path>
              </a:pathLst>
            </a:custGeom>
            <a:solidFill>
              <a:srgbClr val="6AFADF">
                <a:alpha val="49803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9019119" y="1823975"/>
              <a:ext cx="2659173" cy="4132535"/>
            </a:xfrm>
            <a:custGeom>
              <a:avLst/>
              <a:gdLst/>
              <a:ahLst/>
              <a:cxnLst/>
              <a:rect l="l" t="t" r="r" b="b"/>
              <a:pathLst>
                <a:path w="2026008" h="3148554">
                  <a:moveTo>
                    <a:pt x="1574277" y="0"/>
                  </a:moveTo>
                  <a:cubicBezTo>
                    <a:pt x="1682958" y="0"/>
                    <a:pt x="1789067" y="11013"/>
                    <a:pt x="1891549" y="31984"/>
                  </a:cubicBezTo>
                  <a:lnTo>
                    <a:pt x="2026008" y="66557"/>
                  </a:lnTo>
                  <a:lnTo>
                    <a:pt x="2026008" y="3081998"/>
                  </a:lnTo>
                  <a:lnTo>
                    <a:pt x="1891549" y="3116571"/>
                  </a:lnTo>
                  <a:cubicBezTo>
                    <a:pt x="1789067" y="3137541"/>
                    <a:pt x="1682958" y="3148554"/>
                    <a:pt x="1574277" y="3148554"/>
                  </a:cubicBezTo>
                  <a:cubicBezTo>
                    <a:pt x="704828" y="3148554"/>
                    <a:pt x="0" y="2443726"/>
                    <a:pt x="0" y="1574277"/>
                  </a:cubicBezTo>
                  <a:cubicBezTo>
                    <a:pt x="0" y="704828"/>
                    <a:pt x="704828" y="0"/>
                    <a:pt x="1574277" y="0"/>
                  </a:cubicBezTo>
                  <a:close/>
                </a:path>
              </a:pathLst>
            </a:custGeom>
            <a:solidFill>
              <a:srgbClr val="8205EB">
                <a:alpha val="2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138575" y="1936418"/>
              <a:ext cx="960134" cy="960134"/>
            </a:xfrm>
            <a:prstGeom prst="ellipse">
              <a:avLst/>
            </a:prstGeom>
            <a:solidFill>
              <a:srgbClr val="6AFADF">
                <a:alpha val="6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7560000">
              <a:off x="-687027" y="4562220"/>
              <a:ext cx="2340054" cy="3143759"/>
            </a:xfrm>
            <a:custGeom>
              <a:avLst/>
              <a:gdLst/>
              <a:ahLst/>
              <a:cxnLst/>
              <a:rect l="l" t="t" r="r" b="b"/>
              <a:pathLst>
                <a:path w="1894250" h="2544842">
                  <a:moveTo>
                    <a:pt x="268862" y="2210371"/>
                  </a:moveTo>
                  <a:cubicBezTo>
                    <a:pt x="99116" y="1959115"/>
                    <a:pt x="0" y="1656221"/>
                    <a:pt x="0" y="1330178"/>
                  </a:cubicBezTo>
                  <a:cubicBezTo>
                    <a:pt x="0" y="786772"/>
                    <a:pt x="275323" y="307672"/>
                    <a:pt x="694084" y="24763"/>
                  </a:cubicBezTo>
                  <a:lnTo>
                    <a:pt x="734845" y="0"/>
                  </a:lnTo>
                  <a:lnTo>
                    <a:pt x="1894251" y="1567214"/>
                  </a:lnTo>
                  <a:lnTo>
                    <a:pt x="572753" y="2544842"/>
                  </a:lnTo>
                  <a:lnTo>
                    <a:pt x="461095" y="2443360"/>
                  </a:lnTo>
                  <a:cubicBezTo>
                    <a:pt x="389873" y="2372138"/>
                    <a:pt x="325443" y="2294123"/>
                    <a:pt x="268862" y="2210371"/>
                  </a:cubicBezTo>
                  <a:close/>
                </a:path>
              </a:pathLst>
            </a:custGeom>
            <a:solidFill>
              <a:srgbClr val="8205EB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54100">
              <a:srgbClr val="6845D2">
                <a:alpha val="50196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54100">
              <a:srgbClr val="6845D2">
                <a:alpha val="50196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54100">
              <a:srgbClr val="6845D2">
                <a:alpha val="50196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  <a:lumMod val="85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6845D2">
                <a:alpha val="100000"/>
                <a:lumMod val="40000"/>
                <a:lumOff val="60000"/>
              </a:srgbClr>
            </a:gs>
            <a:gs pos="60000">
              <a:srgbClr val="6845D2">
                <a:alpha val="80000"/>
              </a:srgbClr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000" y="0"/>
            <a:ext cx="12667427" cy="7219032"/>
            <a:chOff x="-476000" y="0"/>
            <a:chExt cx="12667427" cy="7219032"/>
          </a:xfrm>
        </p:grpSpPr>
        <p:sp>
          <p:nvSpPr>
            <p:cNvPr id="3" name="AutoShape 3"/>
            <p:cNvSpPr/>
            <p:nvPr/>
          </p:nvSpPr>
          <p:spPr>
            <a:xfrm>
              <a:off x="1827609" y="0"/>
              <a:ext cx="1670926" cy="762000"/>
            </a:xfrm>
            <a:custGeom>
              <a:avLst/>
              <a:gdLst/>
              <a:ahLst/>
              <a:cxnLst/>
              <a:rect l="l" t="t" r="r" b="b"/>
              <a:pathLst>
                <a:path w="1670926" h="762000">
                  <a:moveTo>
                    <a:pt x="0" y="0"/>
                  </a:moveTo>
                  <a:lnTo>
                    <a:pt x="1670926" y="0"/>
                  </a:lnTo>
                  <a:lnTo>
                    <a:pt x="1662021" y="88336"/>
                  </a:lnTo>
                  <a:cubicBezTo>
                    <a:pt x="1583349" y="472795"/>
                    <a:pt x="1243180" y="762000"/>
                    <a:pt x="835463" y="762000"/>
                  </a:cubicBezTo>
                  <a:cubicBezTo>
                    <a:pt x="427746" y="762000"/>
                    <a:pt x="87577" y="472795"/>
                    <a:pt x="8905" y="88336"/>
                  </a:cubicBezTo>
                  <a:close/>
                </a:path>
              </a:pathLst>
            </a:custGeom>
            <a:solidFill>
              <a:srgbClr val="6AFADF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165419" y="2647936"/>
              <a:ext cx="2026008" cy="3148554"/>
            </a:xfrm>
            <a:custGeom>
              <a:avLst/>
              <a:gdLst/>
              <a:ahLst/>
              <a:cxnLst/>
              <a:rect l="l" t="t" r="r" b="b"/>
              <a:pathLst>
                <a:path w="2026008" h="3148554">
                  <a:moveTo>
                    <a:pt x="1574277" y="0"/>
                  </a:moveTo>
                  <a:cubicBezTo>
                    <a:pt x="1682958" y="0"/>
                    <a:pt x="1789067" y="11013"/>
                    <a:pt x="1891549" y="31984"/>
                  </a:cubicBezTo>
                  <a:lnTo>
                    <a:pt x="2026008" y="66557"/>
                  </a:lnTo>
                  <a:lnTo>
                    <a:pt x="2026008" y="3081998"/>
                  </a:lnTo>
                  <a:lnTo>
                    <a:pt x="1891549" y="3116571"/>
                  </a:lnTo>
                  <a:cubicBezTo>
                    <a:pt x="1789067" y="3137541"/>
                    <a:pt x="1682958" y="3148554"/>
                    <a:pt x="1574277" y="3148554"/>
                  </a:cubicBezTo>
                  <a:cubicBezTo>
                    <a:pt x="704828" y="3148554"/>
                    <a:pt x="0" y="2443726"/>
                    <a:pt x="0" y="1574277"/>
                  </a:cubicBezTo>
                  <a:cubicBezTo>
                    <a:pt x="0" y="704828"/>
                    <a:pt x="704828" y="0"/>
                    <a:pt x="1574277" y="0"/>
                  </a:cubicBezTo>
                  <a:close/>
                </a:path>
              </a:pathLst>
            </a:custGeom>
            <a:solidFill>
              <a:srgbClr val="8205EB">
                <a:alpha val="3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471860" y="2473314"/>
              <a:ext cx="731520" cy="731520"/>
            </a:xfrm>
            <a:prstGeom prst="ellipse">
              <a:avLst/>
            </a:prstGeom>
            <a:solidFill>
              <a:srgbClr val="6AFADF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7560000">
              <a:off x="-150705" y="4999486"/>
              <a:ext cx="1894251" cy="2544842"/>
            </a:xfrm>
            <a:custGeom>
              <a:avLst/>
              <a:gdLst/>
              <a:ahLst/>
              <a:cxnLst/>
              <a:rect l="l" t="t" r="r" b="b"/>
              <a:pathLst>
                <a:path w="1894250" h="2544842">
                  <a:moveTo>
                    <a:pt x="268862" y="2210371"/>
                  </a:moveTo>
                  <a:cubicBezTo>
                    <a:pt x="99116" y="1959115"/>
                    <a:pt x="0" y="1656221"/>
                    <a:pt x="0" y="1330178"/>
                  </a:cubicBezTo>
                  <a:cubicBezTo>
                    <a:pt x="0" y="786772"/>
                    <a:pt x="275323" y="307672"/>
                    <a:pt x="694084" y="24763"/>
                  </a:cubicBezTo>
                  <a:lnTo>
                    <a:pt x="734845" y="0"/>
                  </a:lnTo>
                  <a:lnTo>
                    <a:pt x="1894251" y="1567214"/>
                  </a:lnTo>
                  <a:lnTo>
                    <a:pt x="572753" y="2544842"/>
                  </a:lnTo>
                  <a:lnTo>
                    <a:pt x="461095" y="2443360"/>
                  </a:lnTo>
                  <a:cubicBezTo>
                    <a:pt x="389873" y="2372138"/>
                    <a:pt x="325443" y="2294123"/>
                    <a:pt x="268862" y="2210371"/>
                  </a:cubicBezTo>
                  <a:close/>
                </a:path>
              </a:pathLst>
            </a:custGeom>
            <a:solidFill>
              <a:srgbClr val="8205EB">
                <a:alpha val="2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657853"/>
            <a:ext cx="10858500" cy="23204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0" b="1" i="0" dirty="0" err="1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CareerOS</a:t>
            </a:r>
            <a:endParaRPr lang="en-US" sz="12000" b="1" dirty="0">
              <a:ln/>
              <a:solidFill>
                <a:srgbClr val="FFFFFF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Career Operating System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3978336"/>
            <a:ext cx="10858500" cy="50870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Turn potential into evidence—and evidence into action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586374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GongBaiWan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0F763-67D8-69BC-9513-D7B3C44F89DE}"/>
              </a:ext>
            </a:extLst>
          </p:cNvPr>
          <p:cNvSpPr txBox="1"/>
          <p:nvPr/>
        </p:nvSpPr>
        <p:spPr>
          <a:xfrm>
            <a:off x="1611631" y="1184601"/>
            <a:ext cx="213436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lang="en-US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26767F-A4C9-7B4B-7C42-58489A6D8321}"/>
              </a:ext>
            </a:extLst>
          </p:cNvPr>
          <p:cNvCxnSpPr/>
          <p:nvPr/>
        </p:nvCxnSpPr>
        <p:spPr>
          <a:xfrm>
            <a:off x="3930396" y="1295400"/>
            <a:ext cx="0" cy="4724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2E7BE7-3C36-66A3-9DF5-CAA8D689B6B4}"/>
              </a:ext>
            </a:extLst>
          </p:cNvPr>
          <p:cNvSpPr txBox="1"/>
          <p:nvPr/>
        </p:nvSpPr>
        <p:spPr>
          <a:xfrm>
            <a:off x="4114800" y="1295400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1. Current Landscape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F479DF-06C6-29F9-73A8-6933B48824E1}"/>
              </a:ext>
            </a:extLst>
          </p:cNvPr>
          <p:cNvSpPr txBox="1"/>
          <p:nvPr/>
        </p:nvSpPr>
        <p:spPr>
          <a:xfrm>
            <a:off x="4114800" y="1950257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lang="en-US" sz="240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CareerOS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for Candidates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B1515B-6655-7036-DC2F-997D558D1405}"/>
              </a:ext>
            </a:extLst>
          </p:cNvPr>
          <p:cNvSpPr txBox="1"/>
          <p:nvPr/>
        </p:nvSpPr>
        <p:spPr>
          <a:xfrm>
            <a:off x="4114800" y="2605114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lang="en-US" sz="240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CareerOS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for Employers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42FF6-E87D-1E8C-5D70-2C3B5B41C674}"/>
              </a:ext>
            </a:extLst>
          </p:cNvPr>
          <p:cNvSpPr txBox="1"/>
          <p:nvPr/>
        </p:nvSpPr>
        <p:spPr>
          <a:xfrm>
            <a:off x="4114800" y="3259971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lang="en-US" sz="240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CareerOS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for Universities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7B39D-3BE4-73B5-A6DB-3CFB5276C81B}"/>
              </a:ext>
            </a:extLst>
          </p:cNvPr>
          <p:cNvSpPr txBox="1"/>
          <p:nvPr/>
        </p:nvSpPr>
        <p:spPr>
          <a:xfrm>
            <a:off x="4114800" y="3914828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The Ecosystem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DCF75A-C35A-0CB4-27EC-F88F10F98BC3}"/>
              </a:ext>
            </a:extLst>
          </p:cNvPr>
          <p:cNvSpPr txBox="1"/>
          <p:nvPr/>
        </p:nvSpPr>
        <p:spPr>
          <a:xfrm>
            <a:off x="4114800" y="4569685"/>
            <a:ext cx="609447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6.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The Road </a:t>
            </a:r>
            <a:r>
              <a:rPr lang="en-US" sz="24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lang="en-US" sz="240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head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Current Landscape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 dirty="0">
                <a:ln/>
                <a:solidFill>
                  <a:srgbClr val="FFFFFF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Where </a:t>
            </a:r>
            <a:r>
              <a:rPr lang="en-US" sz="1100" dirty="0">
                <a:ln/>
                <a:solidFill>
                  <a:srgbClr val="FFFFFF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today’s</a:t>
            </a:r>
            <a:r>
              <a:rPr lang="en-US" sz="1100" b="0" i="0" dirty="0">
                <a:ln/>
                <a:solidFill>
                  <a:srgbClr val="FFFFFF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career ecosystem breaks down</a:t>
            </a:r>
            <a:endParaRPr lang="en-US" sz="1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b48622d-96e3-440e-a1b6-64485cdfdb9a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84018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Current tools solve transactions, NOT the career journey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498932"/>
              <a:ext cx="10858500" cy="3635168"/>
              <a:chOff x="660400" y="2498932"/>
              <a:chExt cx="10631570" cy="3635168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660400" y="2498932"/>
                <a:ext cx="1654773" cy="3635168"/>
                <a:chOff x="660399" y="2498932"/>
                <a:chExt cx="1859235" cy="3635168"/>
              </a:xfrm>
            </p:grpSpPr>
            <p:sp>
              <p:nvSpPr>
                <p:cNvPr id="6" name="AutoShape 6"/>
                <p:cNvSpPr/>
                <p:nvPr/>
              </p:nvSpPr>
              <p:spPr>
                <a:xfrm rot="8640000" flipH="1">
                  <a:off x="931168" y="3067764"/>
                  <a:ext cx="175796" cy="284853"/>
                </a:xfrm>
                <a:prstGeom prst="triangle">
                  <a:avLst/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660399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Transactions, not journeys</a:t>
                  </a:r>
                  <a:endParaRPr lang="en-US" sz="1600" dirty="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0399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Job platforms become useful only after a vacancy exists.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 flipH="1">
                  <a:off x="660399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>
                <a:off x="2455759" y="2498932"/>
                <a:ext cx="1654773" cy="3635168"/>
                <a:chOff x="2910215" y="2498932"/>
                <a:chExt cx="1859235" cy="3635168"/>
              </a:xfrm>
            </p:grpSpPr>
            <p:sp>
              <p:nvSpPr>
                <p:cNvPr id="11" name="AutoShape 11"/>
                <p:cNvSpPr/>
                <p:nvPr/>
              </p:nvSpPr>
              <p:spPr>
                <a:xfrm rot="8640000" flipH="1">
                  <a:off x="3180985" y="3067764"/>
                  <a:ext cx="175796" cy="284853"/>
                </a:xfrm>
                <a:prstGeom prst="triangle">
                  <a:avLst/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910215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No continuity</a:t>
                  </a:r>
                  <a:endParaRPr lang="en-US" sz="1600" dirty="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922885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Each system sees one moment, not the complete journey.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 flipH="1">
                  <a:off x="2910215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4251118" y="2498932"/>
                <a:ext cx="1654773" cy="3635168"/>
                <a:chOff x="5160031" y="2498932"/>
                <a:chExt cx="1859235" cy="3635168"/>
              </a:xfrm>
            </p:grpSpPr>
            <p:sp>
              <p:nvSpPr>
                <p:cNvPr id="16" name="AutoShape 16"/>
                <p:cNvSpPr/>
                <p:nvPr/>
              </p:nvSpPr>
              <p:spPr>
                <a:xfrm rot="8640000" flipH="1">
                  <a:off x="5430800" y="3067764"/>
                  <a:ext cx="175796" cy="284853"/>
                </a:xfrm>
                <a:prstGeom prst="triangle">
                  <a:avLst/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160031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Job-platform limits</a:t>
                  </a:r>
                  <a:endParaRPr lang="en-US" sz="1600" dirty="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185371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They process existing roles but cannot surface earlier opportunities.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 flipH="1">
                  <a:off x="5160031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6046477" y="2498932"/>
                <a:ext cx="1654773" cy="3635168"/>
                <a:chOff x="7409847" y="2498932"/>
                <a:chExt cx="1859235" cy="3635168"/>
              </a:xfrm>
            </p:grpSpPr>
            <p:sp>
              <p:nvSpPr>
                <p:cNvPr id="21" name="AutoShape 21"/>
                <p:cNvSpPr/>
                <p:nvPr/>
              </p:nvSpPr>
              <p:spPr>
                <a:xfrm rot="8640000" flipH="1">
                  <a:off x="7680616" y="3067764"/>
                  <a:ext cx="175796" cy="284853"/>
                </a:xfrm>
                <a:prstGeom prst="triangle">
                  <a:avLst/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409847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CV limitations</a:t>
                  </a:r>
                  <a:endParaRPr lang="en-US" sz="1600" dirty="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447858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CVs record claims, not demonstrated and verified ability.</a:t>
                  </a:r>
                  <a:endParaRPr lang="en-US" sz="11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 flipH="1">
                  <a:off x="7409847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25" name="AutoShape 25"/>
              <p:cNvSpPr/>
              <p:nvPr/>
            </p:nvSpPr>
            <p:spPr>
              <a:xfrm flipV="1">
                <a:off x="4180825" y="4059953"/>
                <a:ext cx="0" cy="1780334"/>
              </a:xfrm>
              <a:prstGeom prst="line">
                <a:avLst/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6" name="AutoShape 26"/>
              <p:cNvSpPr/>
              <p:nvPr/>
            </p:nvSpPr>
            <p:spPr>
              <a:xfrm flipV="1">
                <a:off x="2385466" y="3964683"/>
                <a:ext cx="0" cy="1780334"/>
              </a:xfrm>
              <a:prstGeom prst="line">
                <a:avLst/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AutoShape 27"/>
              <p:cNvSpPr/>
              <p:nvPr/>
            </p:nvSpPr>
            <p:spPr>
              <a:xfrm flipV="1">
                <a:off x="5976184" y="4059953"/>
                <a:ext cx="0" cy="1780334"/>
              </a:xfrm>
              <a:prstGeom prst="line">
                <a:avLst/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AutoShape 28"/>
              <p:cNvSpPr/>
              <p:nvPr/>
            </p:nvSpPr>
            <p:spPr>
              <a:xfrm flipV="1">
                <a:off x="7771543" y="4059953"/>
                <a:ext cx="0" cy="1780334"/>
              </a:xfrm>
              <a:prstGeom prst="line">
                <a:avLst/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" name="AutoShape 29"/>
              <p:cNvSpPr/>
              <p:nvPr/>
            </p:nvSpPr>
            <p:spPr>
              <a:xfrm flipV="1">
                <a:off x="9566902" y="4059953"/>
                <a:ext cx="0" cy="1780334"/>
              </a:xfrm>
              <a:prstGeom prst="line">
                <a:avLst/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7841835" y="2498932"/>
                <a:ext cx="1654773" cy="3635168"/>
                <a:chOff x="9659662" y="2498932"/>
                <a:chExt cx="1859235" cy="3635168"/>
              </a:xfrm>
            </p:grpSpPr>
            <p:sp>
              <p:nvSpPr>
                <p:cNvPr id="31" name="AutoShape 31"/>
                <p:cNvSpPr/>
                <p:nvPr/>
              </p:nvSpPr>
              <p:spPr>
                <a:xfrm rot="8640000" flipH="1">
                  <a:off x="9930433" y="3067764"/>
                  <a:ext cx="175796" cy="284853"/>
                </a:xfrm>
                <a:prstGeom prst="triangle">
                  <a:avLst/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659662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4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Late university feedback</a:t>
                  </a:r>
                  <a:endParaRPr lang="en-US" sz="1400" dirty="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710345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Outcome reports arrive after the best intervention window.</a:t>
                  </a:r>
                  <a:endParaRPr lang="en-US" sz="1100"/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 flipH="1">
                  <a:off x="9659664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05</a:t>
                  </a:r>
                  <a:endParaRPr lang="en-US" sz="1100"/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9637197" y="2498932"/>
                <a:ext cx="1654773" cy="3635168"/>
                <a:chOff x="9659664" y="2498932"/>
                <a:chExt cx="1859235" cy="3635168"/>
              </a:xfrm>
            </p:grpSpPr>
            <p:sp>
              <p:nvSpPr>
                <p:cNvPr id="36" name="AutoShape 36"/>
                <p:cNvSpPr/>
                <p:nvPr/>
              </p:nvSpPr>
              <p:spPr>
                <a:xfrm rot="8640000" flipH="1">
                  <a:off x="9930433" y="3067764"/>
                  <a:ext cx="175796" cy="284853"/>
                </a:xfrm>
                <a:prstGeom prst="triangle">
                  <a:avLst/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659664" y="3543865"/>
                  <a:ext cx="1859235" cy="712133"/>
                </a:xfrm>
                <a:prstGeom prst="roundRect">
                  <a:avLst/>
                </a:prstGeom>
                <a:solidFill>
                  <a:srgbClr val="8205EB">
                    <a:alpha val="14901"/>
                  </a:srgbClr>
                </a:solidFill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1"/>
                <a:lstStyle/>
                <a:p>
                  <a:pPr algn="l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Disconnected systems</a:t>
                  </a:r>
                  <a:endParaRPr lang="en-US" sz="1600" dirty="0"/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723015" y="4399259"/>
                  <a:ext cx="1795884" cy="173484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Disconnected systems create silos and weaken decisions.</a:t>
                  </a:r>
                  <a:endParaRPr lang="en-US" sz="1100"/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 flipH="1">
                  <a:off x="9659664" y="2498932"/>
                  <a:ext cx="1359381" cy="712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5EC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06</a:t>
                  </a:r>
                  <a:endParaRPr lang="en-US" sz="1100"/>
                </a:p>
              </p:txBody>
            </p:sp>
          </p:grpSp>
        </p:grpSp>
      </p:grpSp>
      <p:sp>
        <p:nvSpPr>
          <p:cNvPr id="40" name="TextBox 4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The Problem with Current Solutions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CareerOS for Candidates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Turning candidate uncertainty into evidence and action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1f40282-4873-4718-b0dd-f9e33aff3ae6"/>
          <p:cNvGrpSpPr/>
          <p:nvPr/>
        </p:nvGrpSpPr>
        <p:grpSpPr>
          <a:xfrm>
            <a:off x="1" y="1130299"/>
            <a:ext cx="12191999" cy="5727701"/>
            <a:chOff x="1" y="1130299"/>
            <a:chExt cx="12191999" cy="5727701"/>
          </a:xfrm>
        </p:grpSpPr>
        <p:sp>
          <p:nvSpPr>
            <p:cNvPr id="3" name="AutoShape 3"/>
            <p:cNvSpPr/>
            <p:nvPr/>
          </p:nvSpPr>
          <p:spPr>
            <a:xfrm>
              <a:off x="671146" y="3634084"/>
              <a:ext cx="11520854" cy="0"/>
            </a:xfrm>
            <a:prstGeom prst="line">
              <a:avLst/>
            </a:prstGeom>
            <a:ln w="6350">
              <a:solidFill>
                <a:srgbClr val="8205EB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925290" y="2507127"/>
              <a:ext cx="1703613" cy="3588873"/>
              <a:chOff x="1719039" y="2507127"/>
              <a:chExt cx="1703613" cy="3588873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1719039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Experience is hard to prove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Projects and activities are scattered, making ability difficult to explain.</a:t>
                  </a:r>
                  <a:endParaRPr lang="en-US" sz="1100"/>
                </a:p>
              </p:txBody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799792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1799792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1934109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703290" y="2507127"/>
              <a:ext cx="1703613" cy="3588873"/>
              <a:chOff x="4465408" y="2507127"/>
              <a:chExt cx="1703613" cy="3588873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4465408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Gaps appear after rejection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Rejection gives no diagnosis. </a:t>
                  </a:r>
                </a:p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S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kill, evidence, or interview?</a:t>
                  </a:r>
                  <a:endParaRPr lang="en-US" sz="1100" dirty="0"/>
                </a:p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4546161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4546161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4680478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81290" y="2507127"/>
              <a:ext cx="1703613" cy="3588873"/>
              <a:chOff x="7211777" y="2507127"/>
              <a:chExt cx="1703613" cy="3588873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7211777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The degree becomes a boundary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Students see only degree-linked roles and fear starting again.</a:t>
                  </a:r>
                  <a:endParaRPr lang="en-US" sz="1100"/>
                </a:p>
              </p:txBody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7292530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3" name="AutoShape 23"/>
              <p:cNvSpPr/>
              <p:nvPr/>
            </p:nvSpPr>
            <p:spPr>
              <a:xfrm>
                <a:off x="7292530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7426847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" y="1130300"/>
              <a:ext cx="673099" cy="5727700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205EB">
                    <a:alpha val="100000"/>
                    <a:lumMod val="60000"/>
                    <a:lumOff val="40000"/>
                  </a:srgbClr>
                </a:gs>
                <a:gs pos="98000">
                  <a:srgbClr val="8205EB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6043" y="1130299"/>
              <a:ext cx="10512858" cy="11037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 lack of proof, direction, and timely feedback</a:t>
              </a:r>
              <a:endParaRPr lang="en-US" sz="1100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6259290" y="2507127"/>
              <a:ext cx="1703613" cy="3588873"/>
              <a:chOff x="7211777" y="2507127"/>
              <a:chExt cx="1703613" cy="3588873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211777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defRPr/>
                  </a:pPr>
                  <a:r>
                    <a:rPr lang="en-US" sz="1800" b="1" i="0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Random learning</a:t>
                  </a:r>
                  <a:endParaRPr lang="en-US" sz="1100" dirty="0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Without direction, learning is unfocused and low-impact.</a:t>
                  </a:r>
                  <a:endParaRPr lang="en-US" sz="1100"/>
                </a:p>
              </p:txBody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7292530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32" name="AutoShape 32"/>
              <p:cNvSpPr/>
              <p:nvPr/>
            </p:nvSpPr>
            <p:spPr>
              <a:xfrm>
                <a:off x="7292530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3" name="AutoShape 33"/>
              <p:cNvSpPr/>
              <p:nvPr/>
            </p:nvSpPr>
            <p:spPr>
              <a:xfrm>
                <a:off x="7426847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037290" y="2507127"/>
              <a:ext cx="1703613" cy="3588873"/>
              <a:chOff x="7211777" y="2507127"/>
              <a:chExt cx="1703613" cy="3588873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7211777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defRPr/>
                  </a:pPr>
                  <a:r>
                    <a:rPr lang="en-US" sz="1800" b="1" i="0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Mass applications</a:t>
                  </a:r>
                  <a:endParaRPr lang="en-US" sz="1100" dirty="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Students apply widely without understanding what is wrong.</a:t>
                  </a:r>
                  <a:endParaRPr lang="en-US" sz="1100"/>
                </a:p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7292530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7292530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7426847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815288" y="2507127"/>
              <a:ext cx="1703613" cy="3588873"/>
              <a:chOff x="7211777" y="2507127"/>
              <a:chExt cx="1703613" cy="3588873"/>
            </a:xfrm>
          </p:grpSpPr>
          <p:grpSp>
            <p:nvGrpSpPr>
              <p:cNvPr id="42" name="Group 42"/>
              <p:cNvGrpSpPr/>
              <p:nvPr/>
            </p:nvGrpSpPr>
            <p:grpSpPr>
              <a:xfrm>
                <a:off x="7211777" y="3960915"/>
                <a:ext cx="1703613" cy="2135085"/>
                <a:chOff x="7472854" y="2635442"/>
                <a:chExt cx="2606196" cy="993194"/>
              </a:xfrm>
            </p:grpSpPr>
            <p:sp>
              <p:nvSpPr>
                <p:cNvPr id="43" name="TextBox 43"/>
                <p:cNvSpPr txBox="1"/>
                <p:nvPr/>
              </p:nvSpPr>
              <p:spPr>
                <a:xfrm flipH="1">
                  <a:off x="7472854" y="2635442"/>
                  <a:ext cx="2606189" cy="409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defRPr/>
                  </a:pPr>
                  <a:r>
                    <a:rPr lang="en-US" sz="1800" b="1" i="0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Loss of confidence</a:t>
                  </a:r>
                  <a:endParaRPr lang="en-US" sz="1100" dirty="0"/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472862" y="3045118"/>
                  <a:ext cx="2606188" cy="58351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Repeated setbacks reduce confidence and motivation.</a:t>
                  </a:r>
                  <a:endParaRPr lang="en-US" sz="1100"/>
                </a:p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7292530" y="2507127"/>
                <a:ext cx="1194511" cy="524276"/>
              </a:xfrm>
              <a:prstGeom prst="roundRect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7292530" y="3441570"/>
                <a:ext cx="385028" cy="385028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7" name="AutoShape 47"/>
              <p:cNvSpPr/>
              <p:nvPr/>
            </p:nvSpPr>
            <p:spPr>
              <a:xfrm>
                <a:off x="7426847" y="3575887"/>
                <a:ext cx="116394" cy="116394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81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Problems Candidates Face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603d8f8-3c3c-46ad-8ac5-1a088e991c2c"/>
          <p:cNvGrpSpPr/>
          <p:nvPr/>
        </p:nvGrpSpPr>
        <p:grpSpPr>
          <a:xfrm>
            <a:off x="660400" y="1839183"/>
            <a:ext cx="10768333" cy="3917568"/>
            <a:chOff x="660400" y="1839183"/>
            <a:chExt cx="10768333" cy="3917568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1839183"/>
              <a:ext cx="10768333" cy="2716439"/>
              <a:chOff x="660400" y="1839183"/>
              <a:chExt cx="10768333" cy="2716439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660400" y="1839183"/>
                <a:ext cx="2629501" cy="1151667"/>
                <a:chOff x="660400" y="1839183"/>
                <a:chExt cx="2629501" cy="1151667"/>
              </a:xfrm>
            </p:grpSpPr>
            <p:sp>
              <p:nvSpPr>
                <p:cNvPr id="5" name="TextBox 5"/>
                <p:cNvSpPr txBox="1"/>
                <p:nvPr/>
              </p:nvSpPr>
              <p:spPr>
                <a:xfrm>
                  <a:off x="660400" y="1839183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 dirty="0"/>
                </a:p>
              </p:txBody>
            </p:sp>
            <p:grpSp>
              <p:nvGrpSpPr>
                <p:cNvPr id="6" name="Group 6"/>
                <p:cNvGrpSpPr/>
                <p:nvPr/>
              </p:nvGrpSpPr>
              <p:grpSpPr>
                <a:xfrm>
                  <a:off x="1249989" y="1857901"/>
                  <a:ext cx="2039912" cy="1132949"/>
                  <a:chOff x="1249989" y="1857901"/>
                  <a:chExt cx="2039912" cy="1132949"/>
                </a:xfrm>
              </p:grpSpPr>
              <p:sp>
                <p:nvSpPr>
                  <p:cNvPr id="7" name="TextBox 7"/>
                  <p:cNvSpPr txBox="1"/>
                  <p:nvPr/>
                </p:nvSpPr>
                <p:spPr>
                  <a:xfrm flipH="1">
                    <a:off x="1249989" y="2244169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Capture experiences, skills, and evidence while they are fresh.</a:t>
                    </a:r>
                    <a:endParaRPr lang="en-US" sz="1100" dirty="0"/>
                  </a:p>
                </p:txBody>
              </p:sp>
              <p:sp>
                <p:nvSpPr>
                  <p:cNvPr id="8" name="TextBox 8"/>
                  <p:cNvSpPr txBox="1"/>
                  <p:nvPr/>
                </p:nvSpPr>
                <p:spPr>
                  <a:xfrm>
                    <a:off x="1249991" y="1857901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Career Memory</a:t>
                    </a:r>
                    <a:endParaRPr lang="en-US" sz="1600" dirty="0"/>
                  </a:p>
                </p:txBody>
              </p:sp>
            </p:grpSp>
          </p:grpSp>
          <p:grpSp>
            <p:nvGrpSpPr>
              <p:cNvPr id="9" name="Group 9"/>
              <p:cNvGrpSpPr/>
              <p:nvPr/>
            </p:nvGrpSpPr>
            <p:grpSpPr>
              <a:xfrm>
                <a:off x="3373344" y="1839183"/>
                <a:ext cx="2629501" cy="1151667"/>
                <a:chOff x="3515686" y="1839183"/>
                <a:chExt cx="2629501" cy="1151667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3515686" y="1839183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 dirty="0"/>
                </a:p>
              </p:txBody>
            </p:sp>
            <p:grpSp>
              <p:nvGrpSpPr>
                <p:cNvPr id="11" name="Group 11"/>
                <p:cNvGrpSpPr/>
                <p:nvPr/>
              </p:nvGrpSpPr>
              <p:grpSpPr>
                <a:xfrm>
                  <a:off x="4105275" y="1857901"/>
                  <a:ext cx="2039912" cy="1132949"/>
                  <a:chOff x="4105275" y="1857901"/>
                  <a:chExt cx="2039912" cy="1132949"/>
                </a:xfrm>
              </p:grpSpPr>
              <p:sp>
                <p:nvSpPr>
                  <p:cNvPr id="12" name="TextBox 12"/>
                  <p:cNvSpPr txBox="1"/>
                  <p:nvPr/>
                </p:nvSpPr>
                <p:spPr>
                  <a:xfrm flipH="1">
                    <a:off x="4105275" y="2244169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Reveal paths beyond the degree and transferable strengths.</a:t>
                    </a:r>
                    <a:endParaRPr lang="en-US" sz="1100"/>
                  </a:p>
                </p:txBody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4105277" y="1857901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Career Graph</a:t>
                    </a:r>
                    <a:endParaRPr lang="en-US" sz="1600" dirty="0"/>
                  </a:p>
                </p:txBody>
              </p:sp>
            </p:grpSp>
          </p:grpSp>
          <p:grpSp>
            <p:nvGrpSpPr>
              <p:cNvPr id="14" name="Group 14"/>
              <p:cNvGrpSpPr/>
              <p:nvPr/>
            </p:nvGrpSpPr>
            <p:grpSpPr>
              <a:xfrm>
                <a:off x="6086288" y="1839183"/>
                <a:ext cx="2629501" cy="1151667"/>
                <a:chOff x="6157459" y="1839183"/>
                <a:chExt cx="2629501" cy="1151667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6157459" y="1839183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 dirty="0"/>
                </a:p>
              </p:txBody>
            </p:sp>
            <p:grpSp>
              <p:nvGrpSpPr>
                <p:cNvPr id="16" name="Group 16"/>
                <p:cNvGrpSpPr/>
                <p:nvPr/>
              </p:nvGrpSpPr>
              <p:grpSpPr>
                <a:xfrm>
                  <a:off x="6747048" y="1857901"/>
                  <a:ext cx="2039912" cy="1132949"/>
                  <a:chOff x="6747048" y="1857901"/>
                  <a:chExt cx="2039912" cy="1132949"/>
                </a:xfrm>
              </p:grpSpPr>
              <p:sp>
                <p:nvSpPr>
                  <p:cNvPr id="17" name="TextBox 17"/>
                  <p:cNvSpPr txBox="1"/>
                  <p:nvPr/>
                </p:nvSpPr>
                <p:spPr>
                  <a:xfrm flipH="1">
                    <a:off x="6747048" y="2244169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Translate a target path into skills and experiences to build.</a:t>
                    </a:r>
                    <a:endParaRPr lang="en-US" sz="1100"/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6747050" y="1857901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Gap Guidance</a:t>
                    </a:r>
                    <a:endParaRPr lang="en-US" sz="1600" dirty="0"/>
                  </a:p>
                </p:txBody>
              </p:sp>
            </p:grpSp>
          </p:grpSp>
          <p:grpSp>
            <p:nvGrpSpPr>
              <p:cNvPr id="19" name="Group 19"/>
              <p:cNvGrpSpPr/>
              <p:nvPr/>
            </p:nvGrpSpPr>
            <p:grpSpPr>
              <a:xfrm>
                <a:off x="8799232" y="1839183"/>
                <a:ext cx="2629501" cy="1151667"/>
                <a:chOff x="8799232" y="1839183"/>
                <a:chExt cx="2629501" cy="1151667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8799232" y="1839183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 dirty="0"/>
                </a:p>
              </p:txBody>
            </p:sp>
            <p:grpSp>
              <p:nvGrpSpPr>
                <p:cNvPr id="21" name="Group 21"/>
                <p:cNvGrpSpPr/>
                <p:nvPr/>
              </p:nvGrpSpPr>
              <p:grpSpPr>
                <a:xfrm>
                  <a:off x="9388821" y="1857901"/>
                  <a:ext cx="2039912" cy="1132949"/>
                  <a:chOff x="9388821" y="1857901"/>
                  <a:chExt cx="2039912" cy="1132949"/>
                </a:xfrm>
              </p:grpSpPr>
              <p:sp>
                <p:nvSpPr>
                  <p:cNvPr id="22" name="TextBox 22"/>
                  <p:cNvSpPr txBox="1"/>
                  <p:nvPr/>
                </p:nvSpPr>
                <p:spPr>
                  <a:xfrm flipH="1">
                    <a:off x="9388821" y="2244169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Connect recommendations to deadlines, stages, and preparation.</a:t>
                    </a:r>
                    <a:endParaRPr lang="en-US" sz="1100"/>
                  </a:p>
                </p:txBody>
              </p:sp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9388823" y="1857901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Opportunity &amp; Application Intelligence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4" name="Group 24"/>
              <p:cNvGrpSpPr/>
              <p:nvPr/>
            </p:nvGrpSpPr>
            <p:grpSpPr>
              <a:xfrm>
                <a:off x="660400" y="3403955"/>
                <a:ext cx="2629501" cy="1151667"/>
                <a:chOff x="660400" y="3403955"/>
                <a:chExt cx="2629501" cy="115166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660400" y="3403955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05</a:t>
                  </a:r>
                  <a:endParaRPr lang="en-US" sz="1100" dirty="0"/>
                </a:p>
              </p:txBody>
            </p:sp>
            <p:grpSp>
              <p:nvGrpSpPr>
                <p:cNvPr id="26" name="Group 26"/>
                <p:cNvGrpSpPr/>
                <p:nvPr/>
              </p:nvGrpSpPr>
              <p:grpSpPr>
                <a:xfrm>
                  <a:off x="1249989" y="3422673"/>
                  <a:ext cx="2039912" cy="1132949"/>
                  <a:chOff x="1249989" y="3422673"/>
                  <a:chExt cx="2039912" cy="1132949"/>
                </a:xfrm>
              </p:grpSpPr>
              <p:sp>
                <p:nvSpPr>
                  <p:cNvPr id="27" name="TextBox 27"/>
                  <p:cNvSpPr txBox="1"/>
                  <p:nvPr/>
                </p:nvSpPr>
                <p:spPr>
                  <a:xfrm flipH="1">
                    <a:off x="1249989" y="3808941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Practise communicating ability before a real interview.</a:t>
                    </a:r>
                    <a:endParaRPr lang="en-US" sz="1100"/>
                  </a:p>
                </p:txBody>
              </p:sp>
              <p:sp>
                <p:nvSpPr>
                  <p:cNvPr id="28" name="TextBox 28"/>
                  <p:cNvSpPr txBox="1"/>
                  <p:nvPr/>
                </p:nvSpPr>
                <p:spPr>
                  <a:xfrm>
                    <a:off x="1249991" y="3422673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Interview Practice</a:t>
                    </a:r>
                    <a:endParaRPr lang="en-US" sz="1600" dirty="0"/>
                  </a:p>
                </p:txBody>
              </p:sp>
            </p:grpSp>
          </p:grpSp>
          <p:grpSp>
            <p:nvGrpSpPr>
              <p:cNvPr id="29" name="Group 29"/>
              <p:cNvGrpSpPr/>
              <p:nvPr/>
            </p:nvGrpSpPr>
            <p:grpSpPr>
              <a:xfrm>
                <a:off x="3373344" y="3403955"/>
                <a:ext cx="2629501" cy="1151667"/>
                <a:chOff x="3515686" y="3403955"/>
                <a:chExt cx="2629501" cy="1151667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3515686" y="3403955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06</a:t>
                  </a:r>
                  <a:endParaRPr lang="en-US" sz="1100" dirty="0"/>
                </a:p>
              </p:txBody>
            </p:sp>
            <p:grpSp>
              <p:nvGrpSpPr>
                <p:cNvPr id="31" name="Group 31"/>
                <p:cNvGrpSpPr/>
                <p:nvPr/>
              </p:nvGrpSpPr>
              <p:grpSpPr>
                <a:xfrm>
                  <a:off x="4105275" y="3422673"/>
                  <a:ext cx="2039912" cy="1132949"/>
                  <a:chOff x="4105275" y="3422673"/>
                  <a:chExt cx="2039912" cy="1132949"/>
                </a:xfrm>
              </p:grpSpPr>
              <p:sp>
                <p:nvSpPr>
                  <p:cNvPr id="32" name="TextBox 32"/>
                  <p:cNvSpPr txBox="1"/>
                  <p:nvPr/>
                </p:nvSpPr>
                <p:spPr>
                  <a:xfrm flipH="1">
                    <a:off x="4105275" y="3808941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Turn uncertainty into prioritised action.</a:t>
                    </a:r>
                    <a:endParaRPr lang="en-US" sz="1100"/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105277" y="3422673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AI Companion</a:t>
                    </a:r>
                    <a:endParaRPr lang="en-US" sz="1600" dirty="0"/>
                  </a:p>
                </p:txBody>
              </p:sp>
            </p:grpSp>
          </p:grpSp>
          <p:grpSp>
            <p:nvGrpSpPr>
              <p:cNvPr id="34" name="Group 34"/>
              <p:cNvGrpSpPr/>
              <p:nvPr/>
            </p:nvGrpSpPr>
            <p:grpSpPr>
              <a:xfrm>
                <a:off x="6086288" y="3403955"/>
                <a:ext cx="2629501" cy="1151667"/>
                <a:chOff x="6157459" y="3403955"/>
                <a:chExt cx="2629501" cy="1151667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6157459" y="3403955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07</a:t>
                  </a:r>
                  <a:endParaRPr lang="en-US" sz="1100" dirty="0"/>
                </a:p>
              </p:txBody>
            </p:sp>
            <p:grpSp>
              <p:nvGrpSpPr>
                <p:cNvPr id="36" name="Group 36"/>
                <p:cNvGrpSpPr/>
                <p:nvPr/>
              </p:nvGrpSpPr>
              <p:grpSpPr>
                <a:xfrm>
                  <a:off x="6747048" y="3422673"/>
                  <a:ext cx="2039912" cy="1132949"/>
                  <a:chOff x="6747048" y="3422673"/>
                  <a:chExt cx="2039912" cy="1132949"/>
                </a:xfrm>
              </p:grpSpPr>
              <p:sp>
                <p:nvSpPr>
                  <p:cNvPr id="37" name="TextBox 37"/>
                  <p:cNvSpPr txBox="1"/>
                  <p:nvPr/>
                </p:nvSpPr>
                <p:spPr>
                  <a:xfrm flipH="1">
                    <a:off x="6747048" y="3808941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Combine fragmented experience into a coherent career story.</a:t>
                    </a:r>
                    <a:endParaRPr lang="en-US" sz="1100"/>
                  </a:p>
                </p:txBody>
              </p:sp>
              <p:sp>
                <p:nvSpPr>
                  <p:cNvPr id="38" name="TextBox 38"/>
                  <p:cNvSpPr txBox="1"/>
                  <p:nvPr/>
                </p:nvSpPr>
                <p:spPr>
                  <a:xfrm>
                    <a:off x="6747050" y="3422673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Experience Integration</a:t>
                    </a:r>
                    <a:endParaRPr lang="en-US" sz="1200" dirty="0"/>
                  </a:p>
                </p:txBody>
              </p:sp>
            </p:grpSp>
          </p:grpSp>
          <p:grpSp>
            <p:nvGrpSpPr>
              <p:cNvPr id="39" name="Group 39"/>
              <p:cNvGrpSpPr/>
              <p:nvPr/>
            </p:nvGrpSpPr>
            <p:grpSpPr>
              <a:xfrm>
                <a:off x="8799232" y="3403955"/>
                <a:ext cx="2629501" cy="1151667"/>
                <a:chOff x="8799232" y="3403955"/>
                <a:chExt cx="2629501" cy="1151667"/>
              </a:xfrm>
            </p:grpSpPr>
            <p:sp>
              <p:nvSpPr>
                <p:cNvPr id="40" name="TextBox 40"/>
                <p:cNvSpPr txBox="1"/>
                <p:nvPr/>
              </p:nvSpPr>
              <p:spPr>
                <a:xfrm>
                  <a:off x="8799232" y="3403955"/>
                  <a:ext cx="589589" cy="46166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08</a:t>
                  </a:r>
                  <a:endParaRPr lang="en-US" sz="1100" dirty="0"/>
                </a:p>
              </p:txBody>
            </p:sp>
            <p:grpSp>
              <p:nvGrpSpPr>
                <p:cNvPr id="41" name="Group 41"/>
                <p:cNvGrpSpPr/>
                <p:nvPr/>
              </p:nvGrpSpPr>
              <p:grpSpPr>
                <a:xfrm>
                  <a:off x="9388821" y="3422673"/>
                  <a:ext cx="2039912" cy="1132949"/>
                  <a:chOff x="9388821" y="3422673"/>
                  <a:chExt cx="2039912" cy="1132949"/>
                </a:xfrm>
              </p:grpSpPr>
              <p:sp>
                <p:nvSpPr>
                  <p:cNvPr id="42" name="TextBox 42"/>
                  <p:cNvSpPr txBox="1"/>
                  <p:nvPr/>
                </p:nvSpPr>
                <p:spPr>
                  <a:xfrm flipH="1">
                    <a:off x="9388821" y="3808941"/>
                    <a:ext cx="2039910" cy="74668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200" b="0" i="0" strike="noStrike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Recommend relevant opportunities based on candidate context.</a:t>
                    </a:r>
                    <a:endParaRPr lang="en-US" sz="1100"/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9388823" y="3422673"/>
                    <a:ext cx="2039910" cy="369332"/>
                  </a:xfrm>
                  <a:prstGeom prst="rect">
                    <a:avLst/>
                  </a:prstGeom>
                  <a:solidFill>
                    <a:srgbClr val="8205EB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1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1" i="0" dirty="0">
                        <a:ln/>
                        <a:solidFill>
                          <a:srgbClr val="8205EB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Smart Recommendations</a:t>
                    </a:r>
                    <a:endParaRPr lang="en-US" sz="1100" dirty="0"/>
                  </a:p>
                </p:txBody>
              </p:sp>
            </p:grpSp>
          </p:grpSp>
        </p:grpSp>
        <p:sp>
          <p:nvSpPr>
            <p:cNvPr id="44" name="TextBox 44"/>
            <p:cNvSpPr txBox="1"/>
            <p:nvPr/>
          </p:nvSpPr>
          <p:spPr>
            <a:xfrm>
              <a:off x="762000" y="4683711"/>
              <a:ext cx="9470266" cy="107304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l">
                <a:defRPr/>
              </a:pPr>
              <a:r>
                <a:rPr lang="en-US" sz="2400" b="1" i="0" dirty="0">
                  <a:ln/>
                  <a:solidFill>
                    <a:srgbClr val="8205E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 connected system for continuous career development</a:t>
              </a:r>
              <a:endParaRPr lang="en-US" sz="1100" dirty="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Candidate Workspace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d68c0ee-dd96-40a0-bc2c-e90b1c22e2ce"/>
          <p:cNvGrpSpPr/>
          <p:nvPr/>
        </p:nvGrpSpPr>
        <p:grpSpPr>
          <a:xfrm>
            <a:off x="668562" y="1175133"/>
            <a:ext cx="10850338" cy="4958967"/>
            <a:chOff x="668562" y="1175133"/>
            <a:chExt cx="10850338" cy="4958967"/>
          </a:xfrm>
        </p:grpSpPr>
        <p:sp>
          <p:nvSpPr>
            <p:cNvPr id="3" name="TextBox 3"/>
            <p:cNvSpPr txBox="1"/>
            <p:nvPr/>
          </p:nvSpPr>
          <p:spPr>
            <a:xfrm>
              <a:off x="2623586" y="1175133"/>
              <a:ext cx="6520414" cy="49731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 dirty="0">
                  <a:ln w="3175"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From career anxiety to visible progress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8562" y="1799415"/>
              <a:ext cx="1756322" cy="4334685"/>
              <a:chOff x="668562" y="1799415"/>
              <a:chExt cx="1756322" cy="433468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8562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8205EB">
                      <a:alpha val="0"/>
                    </a:srgbClr>
                  </a:gs>
                  <a:gs pos="100000">
                    <a:srgbClr val="8205EB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6" name="AutoShape 6"/>
              <p:cNvSpPr/>
              <p:nvPr/>
            </p:nvSpPr>
            <p:spPr>
              <a:xfrm rot="16200000">
                <a:off x="1086824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45963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Understand their abilities</a:t>
                </a:r>
                <a:endParaRPr lang="en-US" sz="16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5963" y="4086648"/>
                <a:ext cx="1601521" cy="1522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Know what they can do and the evidence behind it.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 rot="16200000">
                <a:off x="1142531" y="1789017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09"/>
                    </a:ln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7"/>
                    </a:lnTo>
                    <a:cubicBezTo>
                      <a:pt x="71751" y="103555"/>
                      <a:pt x="326496" y="157624"/>
                      <a:pt x="631825" y="157624"/>
                    </a:cubicBezTo>
                    <a:cubicBezTo>
                      <a:pt x="937155" y="157624"/>
                      <a:pt x="1191899" y="103555"/>
                      <a:pt x="1250814" y="31677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487368" y="1799415"/>
              <a:ext cx="1756322" cy="4334685"/>
              <a:chOff x="2487368" y="1799415"/>
              <a:chExt cx="1756322" cy="433468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487368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44546A">
                      <a:alpha val="0"/>
                      <a:lumMod val="100000"/>
                    </a:srgbClr>
                  </a:gs>
                  <a:gs pos="100000">
                    <a:srgbClr val="44546A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AutoShape 12"/>
              <p:cNvSpPr/>
              <p:nvPr/>
            </p:nvSpPr>
            <p:spPr>
              <a:xfrm rot="16200000">
                <a:off x="2914919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64767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Expand career options</a:t>
                </a:r>
                <a:endParaRPr lang="en-US" sz="15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64767" y="4086648"/>
                <a:ext cx="1601522" cy="1522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See adjacent paths and the skills needed to bridge them.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 rot="16200000">
                <a:off x="2970626" y="1789017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6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5" y="31678"/>
                    </a:lnTo>
                    <a:cubicBezTo>
                      <a:pt x="71751" y="103556"/>
                      <a:pt x="326495" y="157625"/>
                      <a:pt x="631825" y="157625"/>
                    </a:cubicBezTo>
                    <a:cubicBezTo>
                      <a:pt x="937154" y="157625"/>
                      <a:pt x="1191899" y="103556"/>
                      <a:pt x="1250814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306168" y="1799415"/>
              <a:ext cx="1756322" cy="4334685"/>
              <a:chOff x="4306168" y="1799415"/>
              <a:chExt cx="1756322" cy="4334685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4306168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8205EB">
                      <a:alpha val="0"/>
                    </a:srgbClr>
                  </a:gs>
                  <a:gs pos="100000">
                    <a:srgbClr val="8205EB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AutoShape 18"/>
              <p:cNvSpPr/>
              <p:nvPr/>
            </p:nvSpPr>
            <p:spPr>
              <a:xfrm rot="16200000">
                <a:off x="4743012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83571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Know what to improve</a:t>
                </a:r>
                <a:endParaRPr lang="en-US" sz="160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83570" y="4086648"/>
                <a:ext cx="1601521" cy="1522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Identify the next weakness to address.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 rot="16200000">
                <a:off x="4798719" y="1789017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9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9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156212" y="1799415"/>
              <a:ext cx="1756322" cy="4334685"/>
              <a:chOff x="6156212" y="1799415"/>
              <a:chExt cx="1756322" cy="4334685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6156212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44546A">
                      <a:alpha val="0"/>
                      <a:lumMod val="100000"/>
                    </a:srgbClr>
                  </a:gs>
                  <a:gs pos="100000">
                    <a:srgbClr val="44546A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AutoShape 24"/>
              <p:cNvSpPr/>
              <p:nvPr/>
            </p:nvSpPr>
            <p:spPr>
              <a:xfrm rot="16200000">
                <a:off x="6571107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33612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Turn rejection into learning</a:t>
                </a:r>
                <a:endParaRPr lang="en-US" sz="1400" dirty="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33612" y="4086648"/>
                <a:ext cx="1601521" cy="1522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Convert rejection into a diagnosable next step.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 rot="16200000">
                <a:off x="6626814" y="1789017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943774" y="1799415"/>
              <a:ext cx="1756322" cy="4334685"/>
              <a:chOff x="7943774" y="1799415"/>
              <a:chExt cx="1756322" cy="4334685"/>
            </a:xfrm>
          </p:grpSpPr>
          <p:sp>
            <p:nvSpPr>
              <p:cNvPr id="29" name="AutoShape 29"/>
              <p:cNvSpPr/>
              <p:nvPr/>
            </p:nvSpPr>
            <p:spPr>
              <a:xfrm>
                <a:off x="7943774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8205EB">
                      <a:alpha val="0"/>
                    </a:srgbClr>
                  </a:gs>
                  <a:gs pos="100000">
                    <a:srgbClr val="8205EB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AutoShape 30"/>
              <p:cNvSpPr/>
              <p:nvPr/>
            </p:nvSpPr>
            <p:spPr>
              <a:xfrm rot="16200000">
                <a:off x="8389910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021175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Create continuity</a:t>
                </a:r>
                <a:endParaRPr lang="en-US" sz="160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1175" y="4086648"/>
                <a:ext cx="1601521" cy="15222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Career development remains useful before and after applying.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 rot="16200000">
                <a:off x="8445617" y="1789017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8205EB">
                      <a:alpha val="100000"/>
                      <a:lumMod val="60000"/>
                      <a:lumOff val="40000"/>
                    </a:srgbClr>
                  </a:gs>
                  <a:gs pos="100000">
                    <a:srgbClr val="8205EB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762578" y="1799415"/>
              <a:ext cx="1756322" cy="4334685"/>
              <a:chOff x="9762578" y="1799415"/>
              <a:chExt cx="1756322" cy="4334685"/>
            </a:xfrm>
          </p:grpSpPr>
          <p:sp>
            <p:nvSpPr>
              <p:cNvPr id="35" name="AutoShape 35"/>
              <p:cNvSpPr/>
              <p:nvPr/>
            </p:nvSpPr>
            <p:spPr>
              <a:xfrm>
                <a:off x="9762578" y="1799415"/>
                <a:ext cx="1756322" cy="4334685"/>
              </a:xfrm>
              <a:prstGeom prst="rect">
                <a:avLst/>
              </a:prstGeom>
              <a:gradFill>
                <a:gsLst>
                  <a:gs pos="0">
                    <a:srgbClr val="44546A">
                      <a:alpha val="0"/>
                      <a:lumMod val="100000"/>
                    </a:srgbClr>
                  </a:gs>
                  <a:gs pos="100000">
                    <a:srgbClr val="44546A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6" name="AutoShape 36"/>
              <p:cNvSpPr/>
              <p:nvPr/>
            </p:nvSpPr>
            <p:spPr>
              <a:xfrm rot="16200000">
                <a:off x="10208714" y="1733309"/>
                <a:ext cx="891926" cy="1474591"/>
              </a:xfrm>
              <a:prstGeom prst="can">
                <a:avLst/>
              </a:pr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39979" y="3194723"/>
                <a:ext cx="1601521" cy="891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Build confidence</a:t>
                </a:r>
                <a:endParaRPr lang="en-US" sz="1600" dirty="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39979" y="4086648"/>
                <a:ext cx="1601521" cy="1522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Preparation and direction strengthen confidence.</a:t>
                </a:r>
                <a:endParaRPr lang="en-US" sz="110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 rot="16200000">
                <a:off x="10278644" y="1789016"/>
                <a:ext cx="891926" cy="1363177"/>
              </a:xfrm>
              <a:custGeom>
                <a:avLst/>
                <a:gdLst/>
                <a:ahLst/>
                <a:cxnLst/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>
                <a:gsLst>
                  <a:gs pos="15999">
                    <a:srgbClr val="44546A">
                      <a:alpha val="100000"/>
                      <a:lumMod val="60000"/>
                      <a:lumOff val="40000"/>
                    </a:srgbClr>
                  </a:gs>
                  <a:gs pos="100000">
                    <a:srgbClr val="44546A">
                      <a:alpha val="100000"/>
                      <a:lumMod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eaVert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Impact on Candidates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CareerOS for Employers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Building reusable intelligence for better hiring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07d4a9c-feaa-4179-ba02-0093e32cb943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6370320"/>
              <a:ext cx="12192000" cy="487680"/>
            </a:xfrm>
            <a:custGeom>
              <a:avLst/>
              <a:gdLst/>
              <a:ahLst/>
              <a:cxnLst/>
              <a:rect l="l" t="t" r="r" b="b"/>
              <a:pathLst>
                <a:path w="12192000" h="723900">
                  <a:moveTo>
                    <a:pt x="0" y="0"/>
                  </a:moveTo>
                  <a:lnTo>
                    <a:pt x="12192000" y="0"/>
                  </a:lnTo>
                  <a:lnTo>
                    <a:pt x="12192000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8205EB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1059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Repeated acquisition cost and lost talent</a:t>
              </a:r>
              <a:endParaRPr lang="en-US" sz="1100" dirty="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2447182" y="3885858"/>
              <a:ext cx="0" cy="223232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682611" y="2327638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8205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82508" y="2504399"/>
              <a:ext cx="1702586" cy="3629701"/>
              <a:chOff x="682508" y="2504399"/>
              <a:chExt cx="1702586" cy="362970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82508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Urgent vacancies force screening to restart from zero.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82508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Cold-start vacancies</a:t>
                </a:r>
                <a:endParaRPr lang="en-US" sz="16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77230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11" name="AutoShape 11"/>
            <p:cNvSpPr/>
            <p:nvPr/>
          </p:nvSpPr>
          <p:spPr>
            <a:xfrm flipV="1">
              <a:off x="2455754" y="2327638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015EC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4228898" y="2327638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8205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6002041" y="2327639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015EC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7775185" y="2327639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8205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9548329" y="2327639"/>
              <a:ext cx="1970570" cy="946208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rgbClr val="015EC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509270" y="2504399"/>
              <a:ext cx="1702586" cy="3629701"/>
              <a:chOff x="2509270" y="2504399"/>
              <a:chExt cx="1702586" cy="362970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2950374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509270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Strong students become buried and difficult to rediscover.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509270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Promising talent disappears</a:t>
                </a:r>
                <a:endParaRPr lang="en-US" sz="1600" dirty="0"/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4273944" y="3885858"/>
              <a:ext cx="0" cy="223232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4336032" y="2504399"/>
              <a:ext cx="1702586" cy="3629701"/>
              <a:chOff x="4336032" y="2504399"/>
              <a:chExt cx="1702586" cy="362970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723517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36032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Similar CV claims make real ability hard to assess.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36032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Identical CV claims</a:t>
                </a:r>
                <a:endParaRPr lang="en-US" sz="1600" dirty="0"/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6100706" y="3885858"/>
              <a:ext cx="0" cy="223232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162794" y="2504399"/>
              <a:ext cx="1702586" cy="3629701"/>
              <a:chOff x="6162794" y="2504399"/>
              <a:chExt cx="1702586" cy="3629701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496660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62794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Repeated searching and screening waste time and resources.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162794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Low hiring efficiency</a:t>
                </a:r>
                <a:endParaRPr lang="en-US" sz="1600" dirty="0"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7927468" y="3885858"/>
              <a:ext cx="0" cy="223232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989556" y="2504399"/>
              <a:ext cx="1702586" cy="3629701"/>
              <a:chOff x="7989556" y="2504399"/>
              <a:chExt cx="1702586" cy="3629701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8269804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989556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Weak validation reduces confidence in early-talent decisions.</a:t>
                </a:r>
                <a:endParaRPr lang="en-US" sz="110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989556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Low decision confidence</a:t>
                </a:r>
                <a:endParaRPr lang="en-US" sz="1600" dirty="0"/>
              </a:p>
            </p:txBody>
          </p:sp>
        </p:grpSp>
        <p:sp>
          <p:nvSpPr>
            <p:cNvPr id="35" name="AutoShape 35"/>
            <p:cNvSpPr/>
            <p:nvPr/>
          </p:nvSpPr>
          <p:spPr>
            <a:xfrm>
              <a:off x="9754230" y="3885858"/>
              <a:ext cx="0" cy="223232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816313" y="2504399"/>
              <a:ext cx="1702586" cy="3629701"/>
              <a:chOff x="9816313" y="2504399"/>
              <a:chExt cx="1702586" cy="3629701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10042948" y="2504399"/>
                <a:ext cx="981331" cy="7027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16313" y="4590771"/>
                <a:ext cx="1702586" cy="1543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Previously engaged talent is not reused effectively.</a:t>
                </a:r>
                <a:endParaRPr lang="en-US" sz="110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16313" y="3524251"/>
                <a:ext cx="1702586" cy="1066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1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Wasted talent relationships</a:t>
                </a:r>
                <a:endParaRPr lang="en-US" sz="1600" dirty="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Problems Employers Face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7192e64-68e6-4bf2-ba0d-eaebb71c5d27"/>
          <p:cNvGrpSpPr/>
          <p:nvPr/>
        </p:nvGrpSpPr>
        <p:grpSpPr>
          <a:xfrm>
            <a:off x="660400" y="1181021"/>
            <a:ext cx="11297885" cy="3800762"/>
            <a:chOff x="660400" y="1181021"/>
            <a:chExt cx="11297885" cy="3800762"/>
          </a:xfrm>
        </p:grpSpPr>
        <p:sp>
          <p:nvSpPr>
            <p:cNvPr id="3" name="AutoShape 3"/>
            <p:cNvSpPr/>
            <p:nvPr/>
          </p:nvSpPr>
          <p:spPr>
            <a:xfrm rot="16200000" flipH="1">
              <a:off x="10990470" y="1181021"/>
              <a:ext cx="536889" cy="536889"/>
            </a:xfrm>
            <a:prstGeom prst="rtTriangle">
              <a:avLst/>
            </a:prstGeom>
            <a:solidFill>
              <a:srgbClr val="8205E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1843707"/>
              <a:ext cx="3025752" cy="1015627"/>
              <a:chOff x="660400" y="1843707"/>
              <a:chExt cx="3025752" cy="1015627"/>
            </a:xfrm>
          </p:grpSpPr>
          <p:sp>
            <p:nvSpPr>
              <p:cNvPr id="5" name="AutoShape 5"/>
              <p:cNvSpPr/>
              <p:nvPr/>
            </p:nvSpPr>
            <p:spPr>
              <a:xfrm flipH="1">
                <a:off x="660400" y="2648432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146154" y="1843707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Evidence-Based Discovery</a:t>
                </a:r>
                <a:endParaRPr lang="en-US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2" y="2135521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437467" y="1828800"/>
              <a:ext cx="2973936" cy="1015627"/>
              <a:chOff x="3437467" y="1828800"/>
              <a:chExt cx="2973936" cy="1015627"/>
            </a:xfrm>
          </p:grpSpPr>
          <p:sp>
            <p:nvSpPr>
              <p:cNvPr id="9" name="AutoShape 9"/>
              <p:cNvSpPr/>
              <p:nvPr/>
            </p:nvSpPr>
            <p:spPr>
              <a:xfrm flipH="1">
                <a:off x="3437467" y="2648432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871405" y="1828800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Explainable Candidate Profiles</a:t>
                </a:r>
                <a:endParaRPr lang="en-US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37469" y="2135521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214534" y="1828800"/>
              <a:ext cx="2970310" cy="1015627"/>
              <a:chOff x="6214534" y="1828800"/>
              <a:chExt cx="2970310" cy="1015627"/>
            </a:xfrm>
          </p:grpSpPr>
          <p:sp>
            <p:nvSpPr>
              <p:cNvPr id="13" name="AutoShape 13"/>
              <p:cNvSpPr/>
              <p:nvPr/>
            </p:nvSpPr>
            <p:spPr>
              <a:xfrm flipH="1">
                <a:off x="6214534" y="2648432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644846" y="1828800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Campus Talent Pipeline</a:t>
                </a:r>
                <a:endParaRPr 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14536" y="2135521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91602" y="1843706"/>
              <a:ext cx="2966683" cy="1015627"/>
              <a:chOff x="8991602" y="1843706"/>
              <a:chExt cx="2966683" cy="1015627"/>
            </a:xfrm>
          </p:grpSpPr>
          <p:sp>
            <p:nvSpPr>
              <p:cNvPr id="17" name="AutoShape 17"/>
              <p:cNvSpPr/>
              <p:nvPr/>
            </p:nvSpPr>
            <p:spPr>
              <a:xfrm flipH="1">
                <a:off x="8991602" y="2648432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18287" y="1843706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Warm Candidate Reactivation</a:t>
                </a:r>
                <a:endParaRPr lang="en-US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91604" y="2135521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60400" y="3966156"/>
              <a:ext cx="3025752" cy="1015627"/>
              <a:chOff x="660400" y="3966156"/>
              <a:chExt cx="3025752" cy="1015627"/>
            </a:xfrm>
          </p:grpSpPr>
          <p:sp>
            <p:nvSpPr>
              <p:cNvPr id="21" name="AutoShape 21"/>
              <p:cNvSpPr/>
              <p:nvPr/>
            </p:nvSpPr>
            <p:spPr>
              <a:xfrm flipH="1">
                <a:off x="660400" y="4771159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46154" y="3966156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Engagement Creation</a:t>
                </a:r>
                <a:endParaRPr lang="en-US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0402" y="4258248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437467" y="3951249"/>
              <a:ext cx="2973936" cy="1015627"/>
              <a:chOff x="3437467" y="3951249"/>
              <a:chExt cx="2973936" cy="1015627"/>
            </a:xfrm>
          </p:grpSpPr>
          <p:sp>
            <p:nvSpPr>
              <p:cNvPr id="25" name="AutoShape 25"/>
              <p:cNvSpPr/>
              <p:nvPr/>
            </p:nvSpPr>
            <p:spPr>
              <a:xfrm flipH="1">
                <a:off x="3437467" y="4771159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871405" y="3951249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Hiring Action Queue</a:t>
                </a:r>
                <a:endParaRPr lang="en-US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37469" y="4258248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14534" y="3951249"/>
              <a:ext cx="2958697" cy="1015627"/>
              <a:chOff x="6214534" y="3951249"/>
              <a:chExt cx="2958697" cy="1015627"/>
            </a:xfrm>
          </p:grpSpPr>
          <p:sp>
            <p:nvSpPr>
              <p:cNvPr id="29" name="AutoShape 29"/>
              <p:cNvSpPr/>
              <p:nvPr/>
            </p:nvSpPr>
            <p:spPr>
              <a:xfrm flipH="1">
                <a:off x="6214534" y="4771159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33233" y="3951249"/>
                <a:ext cx="2539998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Signal Tracking</a:t>
                </a:r>
                <a:endParaRPr lang="en-US" dirty="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14536" y="4258248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07</a:t>
                </a:r>
                <a:endParaRPr lang="en-US" sz="1100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991602" y="3949552"/>
              <a:ext cx="2931140" cy="1015627"/>
              <a:chOff x="8991602" y="3949552"/>
              <a:chExt cx="2931140" cy="1015627"/>
            </a:xfrm>
          </p:grpSpPr>
          <p:sp>
            <p:nvSpPr>
              <p:cNvPr id="33" name="AutoShape 33"/>
              <p:cNvSpPr/>
              <p:nvPr/>
            </p:nvSpPr>
            <p:spPr>
              <a:xfrm flipH="1">
                <a:off x="8991602" y="4771159"/>
                <a:ext cx="2540000" cy="0"/>
              </a:xfrm>
              <a:prstGeom prst="line">
                <a:avLst/>
              </a:prstGeom>
              <a:ln w="6350">
                <a:solidFill>
                  <a:srgbClr val="8205EB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453829" y="3949552"/>
                <a:ext cx="2468913" cy="1015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Intelligent Matching</a:t>
                </a:r>
                <a:endParaRPr lang="en-US" dirty="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91604" y="4258248"/>
                <a:ext cx="430310" cy="432000"/>
              </a:xfrm>
              <a:prstGeom prst="rect">
                <a:avLst/>
              </a:prstGeom>
              <a:solidFill>
                <a:srgbClr val="8205EB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08 </a:t>
                </a:r>
                <a:endParaRPr lang="en-US" sz="1100"/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Employer Workspace</a:t>
            </a:r>
            <a:endParaRPr lang="en-US" sz="1100"/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17480CC7-7CF0-CF4C-41C6-8C2EC91BF1BB}"/>
              </a:ext>
            </a:extLst>
          </p:cNvPr>
          <p:cNvSpPr txBox="1"/>
          <p:nvPr/>
        </p:nvSpPr>
        <p:spPr>
          <a:xfrm>
            <a:off x="657352" y="2792168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Find candidates through demonstrated skills, experiences and behaviour, not CV keywords alone.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ACF02DBE-5626-52CB-9185-BF644D38AB28}"/>
              </a:ext>
            </a:extLst>
          </p:cNvPr>
          <p:cNvSpPr txBox="1"/>
          <p:nvPr/>
        </p:nvSpPr>
        <p:spPr>
          <a:xfrm>
            <a:off x="3536207" y="2792167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See why a candidate may fit, what evidence supports it and what still needs validation.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E04835F6-4F4A-8BD5-42C6-538EEF2BEC18}"/>
              </a:ext>
            </a:extLst>
          </p:cNvPr>
          <p:cNvSpPr txBox="1"/>
          <p:nvPr/>
        </p:nvSpPr>
        <p:spPr>
          <a:xfrm>
            <a:off x="6415062" y="2792166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Preserve promising students from challenges, workshops and previous hiring processes for future roles.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D5180A25-F2D6-4E46-D953-0E77C3A9E0FE}"/>
              </a:ext>
            </a:extLst>
          </p:cNvPr>
          <p:cNvSpPr txBox="1"/>
          <p:nvPr/>
        </p:nvSpPr>
        <p:spPr>
          <a:xfrm>
            <a:off x="9293917" y="2792165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Resurface high-signal candidates already known to the employer when an urgent vacancy appears.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4BD730CA-DD2A-9349-2EFB-F97C96ACE431}"/>
              </a:ext>
            </a:extLst>
          </p:cNvPr>
          <p:cNvSpPr txBox="1"/>
          <p:nvPr/>
        </p:nvSpPr>
        <p:spPr>
          <a:xfrm>
            <a:off x="657352" y="4947125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Create challenges, assessments and workshops that reveal applied potential before formal recruitment begins.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68B66439-0C0A-A7B0-CE1F-6C9F71EF735D}"/>
              </a:ext>
            </a:extLst>
          </p:cNvPr>
          <p:cNvSpPr txBox="1"/>
          <p:nvPr/>
        </p:nvSpPr>
        <p:spPr>
          <a:xfrm>
            <a:off x="3536207" y="4947124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Surface stalled roles, overdue follow-ups and the most important hiring action to take next.</a:t>
            </a:r>
            <a:endParaRPr lang="en-MY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6D7F4D0C-6652-D39B-EC37-83F5B4B4CCED}"/>
              </a:ext>
            </a:extLst>
          </p:cNvPr>
          <p:cNvSpPr txBox="1"/>
          <p:nvPr/>
        </p:nvSpPr>
        <p:spPr>
          <a:xfrm>
            <a:off x="6415062" y="4947123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Retain the history behind every candidate where they were encountered, what they demonstrated and how they progressed.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E6827C9C-7554-1166-51B3-A54C779E390F}"/>
              </a:ext>
            </a:extLst>
          </p:cNvPr>
          <p:cNvSpPr txBox="1"/>
          <p:nvPr/>
        </p:nvSpPr>
        <p:spPr>
          <a:xfrm>
            <a:off x="9293917" y="4947122"/>
            <a:ext cx="2242665" cy="12064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36000" rtlCol="0" anchor="t" anchorCtr="0"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MY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Match role requirements with evidence-backed candidate signals while exposing gaps and targeted validation questions.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a4a69af-2282-4dba-987d-907b2cc08a25"/>
          <p:cNvGrpSpPr/>
          <p:nvPr/>
        </p:nvGrpSpPr>
        <p:grpSpPr>
          <a:xfrm>
            <a:off x="0" y="1479551"/>
            <a:ext cx="12192000" cy="4305299"/>
            <a:chOff x="0" y="1479551"/>
            <a:chExt cx="12192000" cy="4305299"/>
          </a:xfrm>
        </p:grpSpPr>
        <p:sp>
          <p:nvSpPr>
            <p:cNvPr id="3" name="AutoShape 3"/>
            <p:cNvSpPr/>
            <p:nvPr/>
          </p:nvSpPr>
          <p:spPr>
            <a:xfrm>
              <a:off x="0" y="2762876"/>
              <a:ext cx="12192000" cy="1668015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186584" b="-186268"/>
              </a:stretch>
            </a:blip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71512" y="2762876"/>
              <a:ext cx="10848976" cy="1668015"/>
            </a:xfrm>
            <a:prstGeom prst="rect">
              <a:avLst/>
            </a:prstGeom>
            <a:solidFill>
              <a:srgbClr val="44546A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0400" y="1479551"/>
              <a:ext cx="10858500" cy="70679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Stop recruiting from zero and decide with confidence</a:t>
              </a:r>
              <a:endParaRPr lang="en-US" sz="1100" dirty="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8962" y="2495892"/>
              <a:ext cx="1574088" cy="3288958"/>
              <a:chOff x="668962" y="2754000"/>
              <a:chExt cx="1574088" cy="328895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Faster access to credible talent</a:t>
                </a:r>
                <a:endParaRPr lang="en-US" sz="16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Begin with people and evidence already known.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10552" y="2495892"/>
              <a:ext cx="1574088" cy="3288958"/>
              <a:chOff x="668962" y="2754000"/>
              <a:chExt cx="1574088" cy="328895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Higher-confidence screening</a:t>
                </a:r>
                <a:endParaRPr lang="en-US" sz="16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fr-FR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Profiles make validation points explicit.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267200" y="2495892"/>
              <a:ext cx="1743858" cy="3288958"/>
              <a:chOff x="584020" y="2754000"/>
              <a:chExt cx="1743858" cy="328895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More valuable campus investment</a:t>
                </a:r>
                <a:endParaRPr lang="en-US" sz="16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84020" y="4836459"/>
                <a:ext cx="174385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Challenges create observable signals, not only impressions.</a:t>
                </a:r>
                <a:endParaRPr lang="en-US" sz="1100" dirty="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93732" y="2495892"/>
              <a:ext cx="1574088" cy="3288958"/>
              <a:chOff x="668962" y="2754000"/>
              <a:chExt cx="1574088" cy="3288958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Build reusable hiring assets</a:t>
                </a:r>
                <a:endParaRPr lang="en-US" sz="16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Every process becomes an asset for the next one.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35322" y="2495892"/>
              <a:ext cx="1574088" cy="3288958"/>
              <a:chOff x="668962" y="2754000"/>
              <a:chExt cx="1574088" cy="328895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Reduce repeated cost</a:t>
                </a:r>
                <a:endParaRPr lang="en-US" sz="1600" dirty="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Avoid repeating sourcing and screening.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808800" y="2495892"/>
              <a:ext cx="1697400" cy="3288958"/>
              <a:chOff x="600850" y="2754000"/>
              <a:chExt cx="1697400" cy="328895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8205EB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Strengthen employer brand</a:t>
                </a:r>
                <a:endParaRPr lang="en-US" sz="1600" dirty="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0850" y="4836459"/>
                <a:ext cx="1697400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 better candidate experience improves market appeal.</a:t>
                </a:r>
                <a:endParaRPr lang="en-US" sz="1100" dirty="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Impact on Employers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CareerOS for Universities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Helping universities act before gaps become outcomes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a16211e-579a-4acf-89dc-d22d0d9e1d5b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71059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Accountable for outcomes, but unable to act early</a:t>
              </a:r>
              <a:endParaRPr lang="en-US" sz="1100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6370320"/>
              <a:ext cx="12192000" cy="487680"/>
            </a:xfrm>
            <a:custGeom>
              <a:avLst/>
              <a:gdLst/>
              <a:ahLst/>
              <a:cxnLst/>
              <a:rect l="l" t="t" r="r" b="b"/>
              <a:pathLst>
                <a:path w="12192000" h="723900">
                  <a:moveTo>
                    <a:pt x="0" y="0"/>
                  </a:moveTo>
                  <a:lnTo>
                    <a:pt x="12192000" y="0"/>
                  </a:lnTo>
                  <a:lnTo>
                    <a:pt x="12192000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8205EB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470463" y="2753261"/>
              <a:ext cx="0" cy="689774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AutoShape 6"/>
            <p:cNvSpPr/>
            <p:nvPr/>
          </p:nvSpPr>
          <p:spPr>
            <a:xfrm>
              <a:off x="3286662" y="3577426"/>
              <a:ext cx="0" cy="689774"/>
            </a:xfrm>
            <a:prstGeom prst="line">
              <a:avLst/>
            </a:prstGeom>
            <a:ln w="3175">
              <a:solidFill>
                <a:srgbClr val="8205EB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AutoShape 7"/>
            <p:cNvSpPr/>
            <p:nvPr/>
          </p:nvSpPr>
          <p:spPr>
            <a:xfrm>
              <a:off x="5102860" y="2753261"/>
              <a:ext cx="0" cy="689774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919058" y="3577426"/>
              <a:ext cx="0" cy="689774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735257" y="2753261"/>
              <a:ext cx="0" cy="689774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33401" y="1883575"/>
              <a:ext cx="10985499" cy="4364825"/>
              <a:chOff x="537558" y="1883575"/>
              <a:chExt cx="10625898" cy="4364825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7558" y="1883575"/>
                <a:ext cx="1807266" cy="3540660"/>
                <a:chOff x="516002" y="1883575"/>
                <a:chExt cx="2124398" cy="3540660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516002" y="3657600"/>
                  <a:ext cx="2124398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Grades can hide career risk</a:t>
                  </a:r>
                  <a:endParaRPr lang="en-US" sz="1600" dirty="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60400" y="4443846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Strong grades may coexist with weak employability.</a:t>
                  </a:r>
                  <a:endParaRPr lang="en-US" sz="1100" dirty="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16363" y="1883575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 dirty="0"/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344822" y="2707740"/>
                <a:ext cx="1763728" cy="3540660"/>
                <a:chOff x="2786805" y="2707740"/>
                <a:chExt cx="2073220" cy="3540660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2786805" y="4481765"/>
                  <a:ext cx="2073220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Market demand moves faster</a:t>
                  </a:r>
                  <a:endParaRPr lang="en-US" sz="1600" dirty="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880025" y="5268011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Curriculum change may arrive after the cohort graduates.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135988" y="2707740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4187851" y="1883575"/>
                <a:ext cx="1730218" cy="3540660"/>
                <a:chOff x="5099650" y="1883575"/>
                <a:chExt cx="2033830" cy="354066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5099650" y="3657600"/>
                  <a:ext cx="1980000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Evidence is fragmented</a:t>
                  </a:r>
                  <a:endParaRPr lang="en-US" sz="1600" dirty="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153480" y="4443846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Cross-department evidence requires manual collection.</a:t>
                  </a:r>
                  <a:endParaRPr lang="en-US" sz="1100" dirty="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355613" y="1883575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5951578" y="2707740"/>
                <a:ext cx="1684424" cy="3540660"/>
                <a:chOff x="7319275" y="2707740"/>
                <a:chExt cx="1980000" cy="3540660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7319275" y="4481765"/>
                  <a:ext cx="1980000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Intervention comes too late</a:t>
                  </a:r>
                  <a:endParaRPr lang="en-US" sz="1600" dirty="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319275" y="5268011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The best intervention window has already passed.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575238" y="2707740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7539594" y="1883575"/>
                <a:ext cx="1860133" cy="3540660"/>
                <a:chOff x="9332358" y="1883575"/>
                <a:chExt cx="2186542" cy="3540660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9332358" y="3657600"/>
                  <a:ext cx="2167144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Responsibility without capacity</a:t>
                  </a:r>
                  <a:endParaRPr lang="en-US" sz="1600" dirty="0"/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9538900" y="4443846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Universities own outcomes but lack operational tools.</a:t>
                  </a:r>
                  <a:endParaRPr lang="en-US" sz="1100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794863" y="1883575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05</a:t>
                  </a:r>
                  <a:endParaRPr lang="en-US" sz="1100"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479032" y="2707740"/>
                <a:ext cx="1684424" cy="3540660"/>
                <a:chOff x="7319275" y="2707740"/>
                <a:chExt cx="1980000" cy="3540660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7319275" y="4481765"/>
                  <a:ext cx="1980000" cy="5383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ctr">
                    <a:defRPr/>
                  </a:pPr>
                  <a:r>
                    <a:rPr lang="en-US" sz="1600" b="1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Duplicated effort</a:t>
                  </a:r>
                  <a:endParaRPr lang="en-US" sz="1600" dirty="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319275" y="5268011"/>
                  <a:ext cx="1980000" cy="98038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Departments repeatedly collect the same evidence.</a:t>
                  </a:r>
                  <a:endParaRPr lang="en-US" sz="1100"/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575238" y="2707740"/>
                  <a:ext cx="1468074" cy="88665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0000" tIns="46800" rIns="90000" bIns="46800" rtlCol="0" anchor="b" anchorCtr="0"/>
                <a:lstStyle/>
                <a:p>
                  <a:pPr algn="ctr">
                    <a:defRPr/>
                  </a:pPr>
                  <a:r>
                    <a:rPr lang="en-US" sz="44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06</a:t>
                  </a:r>
                  <a:endParaRPr lang="en-US" sz="1100"/>
                </a:p>
              </p:txBody>
            </p:sp>
          </p:grpSp>
        </p:grpSp>
        <p:sp>
          <p:nvSpPr>
            <p:cNvPr id="35" name="AutoShape 35"/>
            <p:cNvSpPr/>
            <p:nvPr/>
          </p:nvSpPr>
          <p:spPr>
            <a:xfrm>
              <a:off x="10596978" y="3577426"/>
              <a:ext cx="0" cy="689774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Problems Universities Face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0400" y="1130301"/>
            <a:ext cx="10858500" cy="6866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r>
              <a:rPr lang="en-US" sz="24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Turn graduate employability into a continuous operating process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University Workspace</a:t>
            </a:r>
            <a:endParaRPr lang="en-US" sz="1100"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7A2D17FF-8FBA-BF97-F899-88EDC2AA3788}"/>
              </a:ext>
            </a:extLst>
          </p:cNvPr>
          <p:cNvSpPr/>
          <p:nvPr/>
        </p:nvSpPr>
        <p:spPr>
          <a:xfrm>
            <a:off x="660400" y="2407415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id="{591B9409-9E11-36EA-ADBE-813C35F57643}"/>
              </a:ext>
            </a:extLst>
          </p:cNvPr>
          <p:cNvSpPr txBox="1"/>
          <p:nvPr/>
        </p:nvSpPr>
        <p:spPr>
          <a:xfrm>
            <a:off x="708159" y="3293739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0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Identify academic and career risk with a named intervention owner.</a:t>
            </a:r>
            <a:endParaRPr lang="en-US" sz="1100" dirty="0"/>
          </a:p>
        </p:txBody>
      </p:sp>
      <p:sp>
        <p:nvSpPr>
          <p:cNvPr id="51" name="TextBox 7">
            <a:extLst>
              <a:ext uri="{FF2B5EF4-FFF2-40B4-BE49-F238E27FC236}">
                <a16:creationId xmlns:a16="http://schemas.microsoft.com/office/drawing/2014/main" id="{F7DCBB80-991F-D870-DF56-E1AA3E1C62B3}"/>
              </a:ext>
            </a:extLst>
          </p:cNvPr>
          <p:cNvSpPr txBox="1"/>
          <p:nvPr/>
        </p:nvSpPr>
        <p:spPr>
          <a:xfrm>
            <a:off x="708159" y="2551761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defRPr/>
            </a:pPr>
            <a:r>
              <a:rPr lang="en-US" sz="16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Student Readiness</a:t>
            </a:r>
            <a:endParaRPr lang="en-US" sz="1100" dirty="0"/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5CCE319B-BDF3-6DAC-2B9D-D88C78921B55}"/>
              </a:ext>
            </a:extLst>
          </p:cNvPr>
          <p:cNvSpPr txBox="1"/>
          <p:nvPr/>
        </p:nvSpPr>
        <p:spPr>
          <a:xfrm>
            <a:off x="660399" y="1961254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lang="en-US" sz="1100" dirty="0"/>
          </a:p>
        </p:txBody>
      </p:sp>
      <p:sp>
        <p:nvSpPr>
          <p:cNvPr id="110" name="AutoShape 5">
            <a:extLst>
              <a:ext uri="{FF2B5EF4-FFF2-40B4-BE49-F238E27FC236}">
                <a16:creationId xmlns:a16="http://schemas.microsoft.com/office/drawing/2014/main" id="{8FC450B8-E6F5-03D9-7A39-E60786DCB956}"/>
              </a:ext>
            </a:extLst>
          </p:cNvPr>
          <p:cNvSpPr/>
          <p:nvPr/>
        </p:nvSpPr>
        <p:spPr>
          <a:xfrm>
            <a:off x="3429000" y="2407415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11" name="TextBox 6">
            <a:extLst>
              <a:ext uri="{FF2B5EF4-FFF2-40B4-BE49-F238E27FC236}">
                <a16:creationId xmlns:a16="http://schemas.microsoft.com/office/drawing/2014/main" id="{CA9C7146-F6FA-0819-BDF9-6B93C93B7A9C}"/>
              </a:ext>
            </a:extLst>
          </p:cNvPr>
          <p:cNvSpPr txBox="1"/>
          <p:nvPr/>
        </p:nvSpPr>
        <p:spPr>
          <a:xfrm>
            <a:off x="3524518" y="3300704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Show evidence-backed gaps between demand and curriculum.</a:t>
            </a:r>
            <a:endParaRPr lang="en-US" sz="1100" dirty="0"/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CF9C4AAE-5020-DC6F-811F-C2C39138368F}"/>
              </a:ext>
            </a:extLst>
          </p:cNvPr>
          <p:cNvSpPr txBox="1"/>
          <p:nvPr/>
        </p:nvSpPr>
        <p:spPr>
          <a:xfrm>
            <a:off x="3476759" y="2551761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Curriculum–Market Alignment</a:t>
            </a:r>
            <a:endParaRPr lang="en-US" sz="1600" dirty="0"/>
          </a:p>
        </p:txBody>
      </p:sp>
      <p:sp>
        <p:nvSpPr>
          <p:cNvPr id="113" name="TextBox 8">
            <a:extLst>
              <a:ext uri="{FF2B5EF4-FFF2-40B4-BE49-F238E27FC236}">
                <a16:creationId xmlns:a16="http://schemas.microsoft.com/office/drawing/2014/main" id="{F280299B-31F2-5CAE-022F-3F3EC9FC6D26}"/>
              </a:ext>
            </a:extLst>
          </p:cNvPr>
          <p:cNvSpPr txBox="1"/>
          <p:nvPr/>
        </p:nvSpPr>
        <p:spPr>
          <a:xfrm>
            <a:off x="3428999" y="1961254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lang="en-US" sz="1100" dirty="0"/>
          </a:p>
        </p:txBody>
      </p:sp>
      <p:sp>
        <p:nvSpPr>
          <p:cNvPr id="114" name="AutoShape 5">
            <a:extLst>
              <a:ext uri="{FF2B5EF4-FFF2-40B4-BE49-F238E27FC236}">
                <a16:creationId xmlns:a16="http://schemas.microsoft.com/office/drawing/2014/main" id="{021A897F-D6A6-732F-8177-0D20A4536AD7}"/>
              </a:ext>
            </a:extLst>
          </p:cNvPr>
          <p:cNvSpPr/>
          <p:nvPr/>
        </p:nvSpPr>
        <p:spPr>
          <a:xfrm>
            <a:off x="6197600" y="2407415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15" name="TextBox 6">
            <a:extLst>
              <a:ext uri="{FF2B5EF4-FFF2-40B4-BE49-F238E27FC236}">
                <a16:creationId xmlns:a16="http://schemas.microsoft.com/office/drawing/2014/main" id="{29B9EA3B-C748-3A4C-306B-7FE2E8D8530A}"/>
              </a:ext>
            </a:extLst>
          </p:cNvPr>
          <p:cNvSpPr txBox="1"/>
          <p:nvPr/>
        </p:nvSpPr>
        <p:spPr>
          <a:xfrm>
            <a:off x="6293118" y="3301680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Launch targeted workshops and partnerships for the current cohort.</a:t>
            </a:r>
            <a:endParaRPr lang="en-US" sz="1100" dirty="0"/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F2C70F24-2365-0DBB-E297-D77FE9EF9399}"/>
              </a:ext>
            </a:extLst>
          </p:cNvPr>
          <p:cNvSpPr txBox="1"/>
          <p:nvPr/>
        </p:nvSpPr>
        <p:spPr>
          <a:xfrm>
            <a:off x="6245359" y="2551761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Immediate Gap Intervention</a:t>
            </a:r>
            <a:endParaRPr lang="en-US" sz="1600" dirty="0"/>
          </a:p>
        </p:txBody>
      </p:sp>
      <p:sp>
        <p:nvSpPr>
          <p:cNvPr id="117" name="TextBox 8">
            <a:extLst>
              <a:ext uri="{FF2B5EF4-FFF2-40B4-BE49-F238E27FC236}">
                <a16:creationId xmlns:a16="http://schemas.microsoft.com/office/drawing/2014/main" id="{DCE80C2D-3C9F-7370-E26F-229452D52342}"/>
              </a:ext>
            </a:extLst>
          </p:cNvPr>
          <p:cNvSpPr txBox="1"/>
          <p:nvPr/>
        </p:nvSpPr>
        <p:spPr>
          <a:xfrm>
            <a:off x="6197599" y="1961254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 dirty="0"/>
          </a:p>
        </p:txBody>
      </p:sp>
      <p:sp>
        <p:nvSpPr>
          <p:cNvPr id="118" name="AutoShape 5">
            <a:extLst>
              <a:ext uri="{FF2B5EF4-FFF2-40B4-BE49-F238E27FC236}">
                <a16:creationId xmlns:a16="http://schemas.microsoft.com/office/drawing/2014/main" id="{F3E7B260-C55E-5C1B-3734-65DC326151BA}"/>
              </a:ext>
            </a:extLst>
          </p:cNvPr>
          <p:cNvSpPr/>
          <p:nvPr/>
        </p:nvSpPr>
        <p:spPr>
          <a:xfrm>
            <a:off x="8966200" y="2407415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19" name="TextBox 6">
            <a:extLst>
              <a:ext uri="{FF2B5EF4-FFF2-40B4-BE49-F238E27FC236}">
                <a16:creationId xmlns:a16="http://schemas.microsoft.com/office/drawing/2014/main" id="{AB36A263-7824-9F2F-1D37-182DC46DF6A6}"/>
              </a:ext>
            </a:extLst>
          </p:cNvPr>
          <p:cNvSpPr txBox="1"/>
          <p:nvPr/>
        </p:nvSpPr>
        <p:spPr>
          <a:xfrm>
            <a:off x="9013959" y="3293738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Feed graduate outcomes back into </a:t>
            </a:r>
            <a:r>
              <a:rPr lang="en-US" sz="100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programme</a:t>
            </a: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decisions.</a:t>
            </a:r>
            <a:endParaRPr lang="en-US" sz="1100" dirty="0"/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4652229D-2F7A-FBAF-5A1B-111F826A454C}"/>
              </a:ext>
            </a:extLst>
          </p:cNvPr>
          <p:cNvSpPr txBox="1"/>
          <p:nvPr/>
        </p:nvSpPr>
        <p:spPr>
          <a:xfrm>
            <a:off x="9013959" y="2551761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Alumni Signal Intelligence</a:t>
            </a:r>
            <a:endParaRPr lang="en-US" sz="1600" dirty="0"/>
          </a:p>
        </p:txBody>
      </p:sp>
      <p:sp>
        <p:nvSpPr>
          <p:cNvPr id="121" name="TextBox 8">
            <a:extLst>
              <a:ext uri="{FF2B5EF4-FFF2-40B4-BE49-F238E27FC236}">
                <a16:creationId xmlns:a16="http://schemas.microsoft.com/office/drawing/2014/main" id="{1C77AD33-3DF8-3A47-B8CA-337EB8638877}"/>
              </a:ext>
            </a:extLst>
          </p:cNvPr>
          <p:cNvSpPr txBox="1"/>
          <p:nvPr/>
        </p:nvSpPr>
        <p:spPr>
          <a:xfrm>
            <a:off x="8966199" y="1961254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 dirty="0"/>
          </a:p>
        </p:txBody>
      </p:sp>
      <p:sp>
        <p:nvSpPr>
          <p:cNvPr id="134" name="AutoShape 5">
            <a:extLst>
              <a:ext uri="{FF2B5EF4-FFF2-40B4-BE49-F238E27FC236}">
                <a16:creationId xmlns:a16="http://schemas.microsoft.com/office/drawing/2014/main" id="{BE8452F0-435C-D222-A7C2-6F0F79CBF2EB}"/>
              </a:ext>
            </a:extLst>
          </p:cNvPr>
          <p:cNvSpPr/>
          <p:nvPr/>
        </p:nvSpPr>
        <p:spPr>
          <a:xfrm>
            <a:off x="660399" y="4808939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35" name="TextBox 6">
            <a:extLst>
              <a:ext uri="{FF2B5EF4-FFF2-40B4-BE49-F238E27FC236}">
                <a16:creationId xmlns:a16="http://schemas.microsoft.com/office/drawing/2014/main" id="{3B736902-F74D-9CA6-D2F1-348560BB89A5}"/>
              </a:ext>
            </a:extLst>
          </p:cNvPr>
          <p:cNvSpPr txBox="1"/>
          <p:nvPr/>
        </p:nvSpPr>
        <p:spPr>
          <a:xfrm>
            <a:off x="708158" y="5695263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Connect identified gaps to employer and industry action.</a:t>
            </a:r>
            <a:endParaRPr lang="en-US" sz="1100" dirty="0"/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id="{FCBE4A04-FA39-9B94-297A-3689D1A9F196}"/>
              </a:ext>
            </a:extLst>
          </p:cNvPr>
          <p:cNvSpPr txBox="1"/>
          <p:nvPr/>
        </p:nvSpPr>
        <p:spPr>
          <a:xfrm>
            <a:off x="708158" y="4953285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Collaboration Marketplace</a:t>
            </a:r>
            <a:endParaRPr lang="en-US" sz="1600" dirty="0"/>
          </a:p>
        </p:txBody>
      </p:sp>
      <p:sp>
        <p:nvSpPr>
          <p:cNvPr id="137" name="TextBox 8">
            <a:extLst>
              <a:ext uri="{FF2B5EF4-FFF2-40B4-BE49-F238E27FC236}">
                <a16:creationId xmlns:a16="http://schemas.microsoft.com/office/drawing/2014/main" id="{56EAE82D-06EB-B433-2288-D90BD761B9B0}"/>
              </a:ext>
            </a:extLst>
          </p:cNvPr>
          <p:cNvSpPr txBox="1"/>
          <p:nvPr/>
        </p:nvSpPr>
        <p:spPr>
          <a:xfrm>
            <a:off x="660398" y="4362778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lang="en-US" sz="1100" dirty="0"/>
          </a:p>
        </p:txBody>
      </p:sp>
      <p:sp>
        <p:nvSpPr>
          <p:cNvPr id="138" name="AutoShape 5">
            <a:extLst>
              <a:ext uri="{FF2B5EF4-FFF2-40B4-BE49-F238E27FC236}">
                <a16:creationId xmlns:a16="http://schemas.microsoft.com/office/drawing/2014/main" id="{CCF54151-738C-D0BB-53E7-CE760280505D}"/>
              </a:ext>
            </a:extLst>
          </p:cNvPr>
          <p:cNvSpPr/>
          <p:nvPr/>
        </p:nvSpPr>
        <p:spPr>
          <a:xfrm>
            <a:off x="3428999" y="4808939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39" name="TextBox 6">
            <a:extLst>
              <a:ext uri="{FF2B5EF4-FFF2-40B4-BE49-F238E27FC236}">
                <a16:creationId xmlns:a16="http://schemas.microsoft.com/office/drawing/2014/main" id="{09744137-BD26-4912-3B40-2E7DA27A0192}"/>
              </a:ext>
            </a:extLst>
          </p:cNvPr>
          <p:cNvSpPr txBox="1"/>
          <p:nvPr/>
        </p:nvSpPr>
        <p:spPr>
          <a:xfrm>
            <a:off x="3524517" y="5702228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Reuse operational evidence instead of recollecting it.</a:t>
            </a:r>
            <a:endParaRPr lang="en-US" sz="1100" dirty="0"/>
          </a:p>
        </p:txBody>
      </p:sp>
      <p:sp>
        <p:nvSpPr>
          <p:cNvPr id="140" name="TextBox 7">
            <a:extLst>
              <a:ext uri="{FF2B5EF4-FFF2-40B4-BE49-F238E27FC236}">
                <a16:creationId xmlns:a16="http://schemas.microsoft.com/office/drawing/2014/main" id="{D036CD63-566B-5BD1-A2C9-FB909C9FE9A2}"/>
              </a:ext>
            </a:extLst>
          </p:cNvPr>
          <p:cNvSpPr txBox="1"/>
          <p:nvPr/>
        </p:nvSpPr>
        <p:spPr>
          <a:xfrm>
            <a:off x="3476758" y="4953285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Accreditation Hub</a:t>
            </a:r>
            <a:endParaRPr lang="en-US" sz="1100" dirty="0"/>
          </a:p>
        </p:txBody>
      </p:sp>
      <p:sp>
        <p:nvSpPr>
          <p:cNvPr id="141" name="TextBox 8">
            <a:extLst>
              <a:ext uri="{FF2B5EF4-FFF2-40B4-BE49-F238E27FC236}">
                <a16:creationId xmlns:a16="http://schemas.microsoft.com/office/drawing/2014/main" id="{CE8A27A1-58DE-3655-7CC1-8C136B2D18B6}"/>
              </a:ext>
            </a:extLst>
          </p:cNvPr>
          <p:cNvSpPr txBox="1"/>
          <p:nvPr/>
        </p:nvSpPr>
        <p:spPr>
          <a:xfrm>
            <a:off x="3428998" y="4362778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lang="en-US" sz="1100" dirty="0"/>
          </a:p>
        </p:txBody>
      </p:sp>
      <p:sp>
        <p:nvSpPr>
          <p:cNvPr id="142" name="AutoShape 5">
            <a:extLst>
              <a:ext uri="{FF2B5EF4-FFF2-40B4-BE49-F238E27FC236}">
                <a16:creationId xmlns:a16="http://schemas.microsoft.com/office/drawing/2014/main" id="{CED7CE4B-6FD8-84AF-69B2-5A97D130FEE7}"/>
              </a:ext>
            </a:extLst>
          </p:cNvPr>
          <p:cNvSpPr/>
          <p:nvPr/>
        </p:nvSpPr>
        <p:spPr>
          <a:xfrm>
            <a:off x="6197599" y="4808939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43" name="TextBox 6">
            <a:extLst>
              <a:ext uri="{FF2B5EF4-FFF2-40B4-BE49-F238E27FC236}">
                <a16:creationId xmlns:a16="http://schemas.microsoft.com/office/drawing/2014/main" id="{0AB1BF5E-EF6D-C040-8FFA-8710D269E725}"/>
              </a:ext>
            </a:extLst>
          </p:cNvPr>
          <p:cNvSpPr txBox="1"/>
          <p:nvPr/>
        </p:nvSpPr>
        <p:spPr>
          <a:xfrm>
            <a:off x="6293117" y="5703204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Synthesize signals while preserving human approval.</a:t>
            </a:r>
            <a:endParaRPr lang="en-US" sz="1100" dirty="0"/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C8DC6FB6-DDF5-7B00-91BD-7D814375EDEE}"/>
              </a:ext>
            </a:extLst>
          </p:cNvPr>
          <p:cNvSpPr txBox="1"/>
          <p:nvPr/>
        </p:nvSpPr>
        <p:spPr>
          <a:xfrm>
            <a:off x="6245358" y="4953285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Virtual Office</a:t>
            </a:r>
            <a:endParaRPr lang="en-US" sz="1100" dirty="0"/>
          </a:p>
        </p:txBody>
      </p:sp>
      <p:sp>
        <p:nvSpPr>
          <p:cNvPr id="145" name="TextBox 8">
            <a:extLst>
              <a:ext uri="{FF2B5EF4-FFF2-40B4-BE49-F238E27FC236}">
                <a16:creationId xmlns:a16="http://schemas.microsoft.com/office/drawing/2014/main" id="{1017BD52-6EDE-C9B6-9D20-CE5A7115353F}"/>
              </a:ext>
            </a:extLst>
          </p:cNvPr>
          <p:cNvSpPr txBox="1"/>
          <p:nvPr/>
        </p:nvSpPr>
        <p:spPr>
          <a:xfrm>
            <a:off x="6197598" y="4362778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lang="en-US" sz="1100" dirty="0"/>
          </a:p>
        </p:txBody>
      </p:sp>
      <p:sp>
        <p:nvSpPr>
          <p:cNvPr id="146" name="AutoShape 5">
            <a:extLst>
              <a:ext uri="{FF2B5EF4-FFF2-40B4-BE49-F238E27FC236}">
                <a16:creationId xmlns:a16="http://schemas.microsoft.com/office/drawing/2014/main" id="{3F99E375-150E-A5E3-AFA3-EB5303C55F70}"/>
              </a:ext>
            </a:extLst>
          </p:cNvPr>
          <p:cNvSpPr/>
          <p:nvPr/>
        </p:nvSpPr>
        <p:spPr>
          <a:xfrm>
            <a:off x="8966199" y="4808939"/>
            <a:ext cx="2587759" cy="1783585"/>
          </a:xfrm>
          <a:prstGeom prst="roundRect">
            <a:avLst>
              <a:gd name="adj" fmla="val 3800"/>
            </a:avLst>
          </a:prstGeom>
          <a:solidFill>
            <a:srgbClr val="8205EB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Box 6">
            <a:extLst>
              <a:ext uri="{FF2B5EF4-FFF2-40B4-BE49-F238E27FC236}">
                <a16:creationId xmlns:a16="http://schemas.microsoft.com/office/drawing/2014/main" id="{AD41A5CC-DC57-E0A0-DB48-B4DF18DCA000}"/>
              </a:ext>
            </a:extLst>
          </p:cNvPr>
          <p:cNvSpPr txBox="1"/>
          <p:nvPr/>
        </p:nvSpPr>
        <p:spPr>
          <a:xfrm>
            <a:off x="9013958" y="5695262"/>
            <a:ext cx="2339841" cy="49193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en-US" sz="100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Prepare evidence to support better institutional decisions.</a:t>
            </a:r>
            <a:endParaRPr lang="en-US" sz="1100" dirty="0"/>
          </a:p>
        </p:txBody>
      </p:sp>
      <p:sp>
        <p:nvSpPr>
          <p:cNvPr id="148" name="TextBox 7">
            <a:extLst>
              <a:ext uri="{FF2B5EF4-FFF2-40B4-BE49-F238E27FC236}">
                <a16:creationId xmlns:a16="http://schemas.microsoft.com/office/drawing/2014/main" id="{0404EB05-3AAA-0BC5-F02E-264B6DC8CD66}"/>
              </a:ext>
            </a:extLst>
          </p:cNvPr>
          <p:cNvSpPr txBox="1"/>
          <p:nvPr/>
        </p:nvSpPr>
        <p:spPr>
          <a:xfrm>
            <a:off x="9013958" y="4953285"/>
            <a:ext cx="2339841" cy="9949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defRPr/>
            </a:pPr>
            <a:r>
              <a:rPr lang="en-US" sz="1600" b="1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Decision Support</a:t>
            </a:r>
            <a:endParaRPr lang="en-US" sz="1100" dirty="0"/>
          </a:p>
        </p:txBody>
      </p:sp>
      <p:sp>
        <p:nvSpPr>
          <p:cNvPr id="149" name="TextBox 8">
            <a:extLst>
              <a:ext uri="{FF2B5EF4-FFF2-40B4-BE49-F238E27FC236}">
                <a16:creationId xmlns:a16="http://schemas.microsoft.com/office/drawing/2014/main" id="{FA5F31AF-F0FB-BDB5-1552-37F57BF05B89}"/>
              </a:ext>
            </a:extLst>
          </p:cNvPr>
          <p:cNvSpPr txBox="1"/>
          <p:nvPr/>
        </p:nvSpPr>
        <p:spPr>
          <a:xfrm>
            <a:off x="8966198" y="4362778"/>
            <a:ext cx="410400" cy="399930"/>
          </a:xfrm>
          <a:prstGeom prst="roundRect">
            <a:avLst>
              <a:gd name="adj" fmla="val 10477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0d4233-bf96-4b0c-b35c-5425b20cb384"/>
          <p:cNvGrpSpPr/>
          <p:nvPr/>
        </p:nvGrpSpPr>
        <p:grpSpPr>
          <a:xfrm>
            <a:off x="660400" y="1260929"/>
            <a:ext cx="10858500" cy="4987471"/>
            <a:chOff x="660400" y="1260929"/>
            <a:chExt cx="10858500" cy="4987471"/>
          </a:xfrm>
        </p:grpSpPr>
        <p:grpSp>
          <p:nvGrpSpPr>
            <p:cNvPr id="3" name="Group 3"/>
            <p:cNvGrpSpPr/>
            <p:nvPr/>
          </p:nvGrpSpPr>
          <p:grpSpPr>
            <a:xfrm>
              <a:off x="777602" y="2394943"/>
              <a:ext cx="3024233" cy="1560286"/>
              <a:chOff x="777602" y="2394943"/>
              <a:chExt cx="3024233" cy="1560286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777603" y="2394943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8205E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01</a:t>
                </a:r>
                <a:endParaRPr lang="en-US" sz="110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77602" y="2728746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Intervene earlier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7602" y="3256546"/>
                <a:ext cx="3024232" cy="6986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Identify and address risk before outcome reports.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4590597" y="2393566"/>
              <a:ext cx="3028405" cy="1608980"/>
              <a:chOff x="4590597" y="2393566"/>
              <a:chExt cx="3028405" cy="160898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4590597" y="2393566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44546A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02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94769" y="2764357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Help the current cohort</a:t>
                </a:r>
                <a:endParaRPr lang="en-US" sz="11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594770" y="3292157"/>
                <a:ext cx="3024232" cy="7103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Act without waiting for the full curriculum cycle.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8403590" y="2397613"/>
              <a:ext cx="3024233" cy="1613773"/>
              <a:chOff x="8403590" y="2397613"/>
              <a:chExt cx="3024233" cy="161377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403590" y="2397613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8205E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03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403590" y="2788062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Clarify ownership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403590" y="3315861"/>
                <a:ext cx="3024232" cy="6955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Convert recommendations into actions, deadlines, and owners.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7602" y="4349405"/>
              <a:ext cx="3024233" cy="1842838"/>
              <a:chOff x="777602" y="4349405"/>
              <a:chExt cx="3024233" cy="184283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77603" y="4349405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8205E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04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7602" y="4683208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Continuous accreditation readiness</a:t>
                </a:r>
                <a:endParaRPr lang="en-US" sz="1100"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77602" y="5493560"/>
                <a:ext cx="3024232" cy="6986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Reuse operational evidence across reviews.</a:t>
                </a:r>
                <a:endParaRPr lang="en-US" sz="1100" dirty="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590597" y="4348028"/>
              <a:ext cx="3028405" cy="1891532"/>
              <a:chOff x="4590597" y="4348028"/>
              <a:chExt cx="3028405" cy="1891532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590597" y="4348028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44546A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05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94769" y="4718819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Improve employability outcomes</a:t>
                </a:r>
                <a:endParaRPr lang="en-US" sz="110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94770" y="5529171"/>
                <a:ext cx="3024232" cy="7103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Use targeted intervention to improve student competitiveness.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403590" y="4352075"/>
              <a:ext cx="3024233" cy="1896325"/>
              <a:chOff x="8403590" y="4352075"/>
              <a:chExt cx="3024233" cy="189632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403590" y="4352075"/>
                <a:ext cx="2266612" cy="270000"/>
              </a:xfrm>
              <a:prstGeom prst="roundRect">
                <a:avLst>
                  <a:gd name="adj" fmla="val 50000"/>
                </a:avLst>
              </a:prstGeom>
              <a:solidFill>
                <a:srgbClr val="8205E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06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03590" y="4742524"/>
                <a:ext cx="3024233" cy="527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Allocate resources better</a:t>
                </a:r>
                <a:endParaRPr lang="en-US" sz="1100" dirty="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03590" y="5552875"/>
                <a:ext cx="3024232" cy="6955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Direct resources toward the highest-priority gaps.</a:t>
                </a:r>
                <a:endParaRPr lang="en-US" sz="1100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60400" y="1260929"/>
              <a:ext cx="10858500" cy="87031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1"/>
            <a:lstStyle/>
            <a:p>
              <a:pPr algn="ctr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Act before the gap becomes a graduate outcome</a:t>
              </a:r>
              <a:endParaRPr lang="en-US" sz="1100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Impact on Universities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The Ecosystem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How one signal creates value across the network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ec3351b-2e1d-4566-bb9c-6b0d1e487903"/>
          <p:cNvGrpSpPr/>
          <p:nvPr/>
        </p:nvGrpSpPr>
        <p:grpSpPr>
          <a:xfrm>
            <a:off x="0" y="1219200"/>
            <a:ext cx="12090400" cy="5486400"/>
            <a:chOff x="0" y="914400"/>
            <a:chExt cx="12090400" cy="5486400"/>
          </a:xfrm>
        </p:grpSpPr>
        <p:sp>
          <p:nvSpPr>
            <p:cNvPr id="3" name="AutoShape 3"/>
            <p:cNvSpPr/>
            <p:nvPr/>
          </p:nvSpPr>
          <p:spPr>
            <a:xfrm>
              <a:off x="0" y="3308032"/>
              <a:ext cx="12090400" cy="1486287"/>
            </a:xfrm>
            <a:prstGeom prst="stripedRightArrow">
              <a:avLst/>
            </a:prstGeom>
            <a:gradFill>
              <a:gsLst>
                <a:gs pos="0">
                  <a:srgbClr val="8205EB">
                    <a:alpha val="10196"/>
                  </a:srgbClr>
                </a:gs>
                <a:gs pos="100000">
                  <a:srgbClr val="8205EB">
                    <a:alpha val="50196"/>
                  </a:srgbClr>
                </a:gs>
              </a:gsLst>
              <a:lin ang="0"/>
            </a:gradFill>
            <a:ln w="12700">
              <a:gradFill>
                <a:gsLst>
                  <a:gs pos="0">
                    <a:srgbClr val="8205EB">
                      <a:alpha val="100000"/>
                    </a:srgbClr>
                  </a:gs>
                  <a:gs pos="100000">
                    <a:srgbClr val="8205EB">
                      <a:alpha val="0"/>
                    </a:srgbClr>
                  </a:gs>
                </a:gsLst>
                <a:lin ang="1080000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399" y="914400"/>
              <a:ext cx="10858500" cy="663776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One signal creates value across the entire ecosystem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1905000"/>
              <a:ext cx="2488313" cy="2015138"/>
              <a:chOff x="660399" y="1905000"/>
              <a:chExt cx="2488313" cy="201513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399" y="1905000"/>
                <a:ext cx="2488313" cy="6504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University identifies a skill gap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26497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 cloud-skills gap triggers an intervention.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66430" y="3457116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50462" y="1905000"/>
              <a:ext cx="2488313" cy="2015138"/>
              <a:chOff x="3450462" y="1905000"/>
              <a:chExt cx="2488313" cy="201513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450462" y="1905000"/>
                <a:ext cx="2488313" cy="6504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Students demonstrate ability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50462" y="26497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Students demonstrate practical skills through the challenge.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6493" y="3457116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015EC5">
                      <a:alpha val="100000"/>
                      <a:lumMod val="60000"/>
                      <a:lumOff val="40000"/>
                    </a:srgbClr>
                  </a:gs>
                  <a:gs pos="50000">
                    <a:srgbClr val="015EC5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240525" y="1905000"/>
              <a:ext cx="2488313" cy="2015138"/>
              <a:chOff x="6240525" y="1905000"/>
              <a:chExt cx="2488313" cy="201513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240525" y="1905000"/>
                <a:ext cx="2488313" cy="6504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Employer shortlists talent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40525" y="26497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Evidence reveals high-signal participants.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246556" y="3457116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048BE9">
                      <a:alpha val="100000"/>
                      <a:lumMod val="60000"/>
                      <a:lumOff val="40000"/>
                    </a:srgbClr>
                  </a:gs>
                  <a:gs pos="50000">
                    <a:srgbClr val="048BE9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 dirty="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030587" y="1905000"/>
              <a:ext cx="2488313" cy="2015138"/>
              <a:chOff x="9030587" y="1905000"/>
              <a:chExt cx="2488313" cy="201513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030587" y="1905000"/>
                <a:ext cx="2488313" cy="6504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Evidence supports decisions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30587" y="26497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The same evidence informs curriculum and accreditation.</a:t>
                </a:r>
                <a:endParaRPr lang="en-US" sz="110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036618" y="3457116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6845D2">
                      <a:alpha val="100000"/>
                      <a:lumMod val="60000"/>
                      <a:lumOff val="40000"/>
                    </a:srgbClr>
                  </a:gs>
                  <a:gs pos="50000">
                    <a:srgbClr val="6845D2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7</a:t>
                </a:r>
                <a:endParaRPr lang="en-US" sz="1100" dirty="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061781" y="4182213"/>
              <a:ext cx="2488313" cy="2218587"/>
              <a:chOff x="2061781" y="4182213"/>
              <a:chExt cx="2488313" cy="221858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2061781" y="4759535"/>
                <a:ext cx="2488313" cy="633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Employer launches a challenge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61781" y="55453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 targeted challenge reveals applied ability.</a:t>
                </a:r>
                <a:endParaRPr lang="en-US" sz="11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7812" y="4182213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6AFADF">
                      <a:alpha val="100000"/>
                      <a:lumMod val="60000"/>
                      <a:lumOff val="40000"/>
                    </a:srgbClr>
                  </a:gs>
                  <a:gs pos="50000">
                    <a:srgbClr val="6AFA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851844" y="4182213"/>
              <a:ext cx="2488313" cy="2218587"/>
              <a:chOff x="4851844" y="4182213"/>
              <a:chExt cx="2488313" cy="2218587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4851844" y="4759535"/>
                <a:ext cx="2488313" cy="633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Evidence accumulates</a:t>
                </a:r>
                <a:endParaRPr lang="en-US" sz="110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51844" y="55453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Challenge results become Career Memory evidence.</a:t>
                </a:r>
                <a:endParaRPr lang="en-US" sz="1100" dirty="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857875" y="4182213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B3B3B3">
                      <a:alpha val="100000"/>
                      <a:lumMod val="60000"/>
                      <a:lumOff val="40000"/>
                    </a:srgbClr>
                  </a:gs>
                  <a:gs pos="50000">
                    <a:srgbClr val="B3B3B3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 dirty="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641907" y="4182213"/>
              <a:ext cx="2870961" cy="2218587"/>
              <a:chOff x="7641907" y="4182213"/>
              <a:chExt cx="2870961" cy="2218587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641907" y="4759535"/>
                <a:ext cx="2870961" cy="633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en-US" b="1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University evaluates the intervention</a:t>
                </a:r>
                <a:endParaRPr lang="en-US" sz="1100" dirty="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41907" y="5545373"/>
                <a:ext cx="2488313" cy="8554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The university reviews intervention outcomes.</a:t>
                </a:r>
                <a:endParaRPr lang="en-US" sz="110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47938" y="4182213"/>
                <a:ext cx="476250" cy="463022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 dirty="0"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How the Ecosystem Works</a:t>
            </a:r>
            <a:endParaRPr lang="en-US" sz="11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A6030B-C2E3-592C-4EF3-C3E5BA59BA98}"/>
              </a:ext>
            </a:extLst>
          </p:cNvPr>
          <p:cNvCxnSpPr/>
          <p:nvPr/>
        </p:nvCxnSpPr>
        <p:spPr>
          <a:xfrm>
            <a:off x="1219200" y="1981200"/>
            <a:ext cx="9753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9890488-cfd3-4a45-b7e6-a4e924290b7d"/>
          <p:cNvGrpSpPr/>
          <p:nvPr/>
        </p:nvGrpSpPr>
        <p:grpSpPr>
          <a:xfrm>
            <a:off x="660400" y="1102876"/>
            <a:ext cx="11271951" cy="5755124"/>
            <a:chOff x="660400" y="1102876"/>
            <a:chExt cx="11271951" cy="5755124"/>
          </a:xfrm>
        </p:grpSpPr>
        <p:sp>
          <p:nvSpPr>
            <p:cNvPr id="3" name="AutoShape 3"/>
            <p:cNvSpPr/>
            <p:nvPr/>
          </p:nvSpPr>
          <p:spPr>
            <a:xfrm>
              <a:off x="3725945" y="1102876"/>
              <a:ext cx="4727410" cy="472741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0"/>
              </a:srgbClr>
            </a:solidFill>
            <a:ln w="12700">
              <a:gradFill>
                <a:gsLst>
                  <a:gs pos="0">
                    <a:srgbClr val="8205EB">
                      <a:alpha val="100000"/>
                      <a:lumMod val="45000"/>
                      <a:lumOff val="55000"/>
                    </a:srgbClr>
                  </a:gs>
                  <a:gs pos="50000">
                    <a:srgbClr val="8205EB">
                      <a:alpha val="0"/>
                      <a:lumMod val="30000"/>
                      <a:lumOff val="70000"/>
                    </a:srgbClr>
                  </a:gs>
                </a:gsLst>
                <a:lin ang="270000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AutoShape 4"/>
            <p:cNvSpPr/>
            <p:nvPr/>
          </p:nvSpPr>
          <p:spPr>
            <a:xfrm flipH="1">
              <a:off x="6226662" y="1102876"/>
              <a:ext cx="2604186" cy="5058648"/>
            </a:xfrm>
            <a:custGeom>
              <a:avLst/>
              <a:gdLst/>
              <a:ahLst/>
              <a:cxnLst/>
              <a:rect l="l" t="t" r="r" b="b"/>
              <a:pathLst>
                <a:path w="693420" h="1165860">
                  <a:moveTo>
                    <a:pt x="0" y="0"/>
                  </a:moveTo>
                  <a:lnTo>
                    <a:pt x="0" y="0"/>
                  </a:lnTo>
                  <a:lnTo>
                    <a:pt x="693420" y="487680"/>
                  </a:lnTo>
                  <a:lnTo>
                    <a:pt x="693420" y="693420"/>
                  </a:lnTo>
                  <a:lnTo>
                    <a:pt x="30480" y="116586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000">
                  <a:srgbClr val="8205EB">
                    <a:alpha val="36862"/>
                  </a:srgbClr>
                </a:gs>
                <a:gs pos="100000">
                  <a:srgbClr val="8205EB">
                    <a:alpha val="0"/>
                    <a:lumMod val="20000"/>
                    <a:lumOff val="8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AutoShape 5"/>
            <p:cNvSpPr/>
            <p:nvPr/>
          </p:nvSpPr>
          <p:spPr>
            <a:xfrm>
              <a:off x="3348451" y="1102876"/>
              <a:ext cx="2604188" cy="5058648"/>
            </a:xfrm>
            <a:custGeom>
              <a:avLst/>
              <a:gdLst/>
              <a:ahLst/>
              <a:cxnLst/>
              <a:rect l="l" t="t" r="r" b="b"/>
              <a:pathLst>
                <a:path w="693420" h="1165860">
                  <a:moveTo>
                    <a:pt x="0" y="0"/>
                  </a:moveTo>
                  <a:lnTo>
                    <a:pt x="0" y="0"/>
                  </a:lnTo>
                  <a:lnTo>
                    <a:pt x="693420" y="487680"/>
                  </a:lnTo>
                  <a:lnTo>
                    <a:pt x="693420" y="693420"/>
                  </a:lnTo>
                  <a:lnTo>
                    <a:pt x="30480" y="116586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000">
                  <a:srgbClr val="8205EB">
                    <a:alpha val="36862"/>
                  </a:srgbClr>
                </a:gs>
                <a:gs pos="100000">
                  <a:srgbClr val="8205EB">
                    <a:alpha val="0"/>
                    <a:lumMod val="20000"/>
                    <a:lumOff val="8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87695" y="1564626"/>
              <a:ext cx="3803910" cy="380391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0"/>
              </a:srgbClr>
            </a:solidFill>
            <a:ln w="12700">
              <a:gradFill>
                <a:gsLst>
                  <a:gs pos="0">
                    <a:srgbClr val="8205EB">
                      <a:alpha val="100000"/>
                      <a:lumMod val="45000"/>
                      <a:lumOff val="55000"/>
                    </a:srgbClr>
                  </a:gs>
                  <a:gs pos="50000">
                    <a:srgbClr val="8205EB">
                      <a:alpha val="0"/>
                      <a:lumMod val="30000"/>
                      <a:lumOff val="70000"/>
                    </a:srgbClr>
                  </a:gs>
                </a:gsLst>
                <a:lin ang="270000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64100" y="2241031"/>
              <a:ext cx="2451100" cy="24511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The ecosystem becomes more valuable with use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1223238"/>
              <a:ext cx="3619537" cy="4494247"/>
              <a:chOff x="660400" y="1635617"/>
              <a:chExt cx="3619537" cy="4494247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660400" y="1635617"/>
                <a:ext cx="3619537" cy="1284244"/>
                <a:chOff x="5034088" y="2516305"/>
                <a:chExt cx="2347980" cy="2046864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5034088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11" name="Group 11"/>
                <p:cNvGrpSpPr/>
                <p:nvPr/>
              </p:nvGrpSpPr>
              <p:grpSpPr>
                <a:xfrm>
                  <a:off x="5136464" y="2886954"/>
                  <a:ext cx="2245604" cy="1567887"/>
                  <a:chOff x="6198377" y="3457936"/>
                  <a:chExt cx="2245604" cy="1567887"/>
                </a:xfrm>
              </p:grpSpPr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6524908" y="3695870"/>
                    <a:ext cx="1919073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8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Student evidence accumulates</a:t>
                    </a:r>
                    <a:endParaRPr lang="en-US" sz="1100" dirty="0"/>
                  </a:p>
                </p:txBody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6545632" y="4270546"/>
                    <a:ext cx="1556909" cy="75527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Experiences become a portable career story.</a:t>
                    </a:r>
                    <a:endParaRPr lang="en-US" sz="1100" dirty="0"/>
                  </a:p>
                </p:txBody>
              </p:sp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6198377" y="3457936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01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15" name="Group 15"/>
              <p:cNvGrpSpPr/>
              <p:nvPr/>
            </p:nvGrpSpPr>
            <p:grpSpPr>
              <a:xfrm>
                <a:off x="660401" y="3240619"/>
                <a:ext cx="3431812" cy="1284244"/>
                <a:chOff x="5034087" y="2516305"/>
                <a:chExt cx="2226203" cy="2046864"/>
              </a:xfrm>
            </p:grpSpPr>
            <p:sp>
              <p:nvSpPr>
                <p:cNvPr id="16" name="AutoShape 16"/>
                <p:cNvSpPr/>
                <p:nvPr/>
              </p:nvSpPr>
              <p:spPr>
                <a:xfrm>
                  <a:off x="5034087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17" name="Group 17"/>
                <p:cNvGrpSpPr/>
                <p:nvPr/>
              </p:nvGrpSpPr>
              <p:grpSpPr>
                <a:xfrm>
                  <a:off x="5130188" y="2815579"/>
                  <a:ext cx="2130102" cy="1638162"/>
                  <a:chOff x="6192101" y="3386561"/>
                  <a:chExt cx="2130102" cy="1638162"/>
                </a:xfrm>
              </p:grpSpPr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6538349" y="3681673"/>
                    <a:ext cx="1783854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8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Employer talent history accumulates</a:t>
                    </a:r>
                    <a:endParaRPr lang="en-US" sz="1100" dirty="0"/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6534638" y="4269446"/>
                    <a:ext cx="1604625" cy="75527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Engagements and decisions become warm talent history.</a:t>
                    </a:r>
                    <a:endParaRPr lang="en-US" sz="1100" dirty="0"/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6192101" y="3386561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02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1" name="Group 21"/>
              <p:cNvGrpSpPr/>
              <p:nvPr/>
            </p:nvGrpSpPr>
            <p:grpSpPr>
              <a:xfrm>
                <a:off x="660401" y="4845620"/>
                <a:ext cx="3469011" cy="1284244"/>
                <a:chOff x="5034087" y="2516305"/>
                <a:chExt cx="2250334" cy="2046864"/>
              </a:xfrm>
            </p:grpSpPr>
            <p:sp>
              <p:nvSpPr>
                <p:cNvPr id="22" name="AutoShape 22"/>
                <p:cNvSpPr/>
                <p:nvPr/>
              </p:nvSpPr>
              <p:spPr>
                <a:xfrm>
                  <a:off x="5034087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23" name="Group 23"/>
                <p:cNvGrpSpPr/>
                <p:nvPr/>
              </p:nvGrpSpPr>
              <p:grpSpPr>
                <a:xfrm>
                  <a:off x="5130188" y="2867517"/>
                  <a:ext cx="2154233" cy="1542360"/>
                  <a:chOff x="6192101" y="3438499"/>
                  <a:chExt cx="2154233" cy="1542360"/>
                </a:xfrm>
              </p:grpSpPr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6508910" y="3659703"/>
                    <a:ext cx="1837424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6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Institutional intelligence accumulates</a:t>
                    </a:r>
                    <a:endParaRPr lang="en-US" sz="1600" dirty="0"/>
                  </a:p>
                </p:txBody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6507700" y="4225582"/>
                    <a:ext cx="1613261" cy="75527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Interventions and outcomes improve institutional decisions.</a:t>
                    </a:r>
                    <a:endParaRPr lang="en-US" sz="1100" dirty="0"/>
                  </a:p>
                </p:txBody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6192101" y="3438499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03</a:t>
                    </a:r>
                    <a:endParaRPr lang="en-US" sz="1100" dirty="0"/>
                  </a:p>
                </p:txBody>
              </p:sp>
            </p:grpSp>
          </p:grpSp>
        </p:grpSp>
        <p:grpSp>
          <p:nvGrpSpPr>
            <p:cNvPr id="27" name="Group 27"/>
            <p:cNvGrpSpPr/>
            <p:nvPr/>
          </p:nvGrpSpPr>
          <p:grpSpPr>
            <a:xfrm>
              <a:off x="8244907" y="1223238"/>
              <a:ext cx="3687444" cy="4494247"/>
              <a:chOff x="8244907" y="1635617"/>
              <a:chExt cx="3687444" cy="4494247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8244908" y="1635617"/>
                <a:ext cx="3325614" cy="1284244"/>
                <a:chOff x="5034087" y="2516305"/>
                <a:chExt cx="2157313" cy="2046864"/>
              </a:xfrm>
            </p:grpSpPr>
            <p:sp>
              <p:nvSpPr>
                <p:cNvPr id="29" name="AutoShape 29"/>
                <p:cNvSpPr/>
                <p:nvPr/>
              </p:nvSpPr>
              <p:spPr>
                <a:xfrm>
                  <a:off x="5034087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30" name="Group 30"/>
                <p:cNvGrpSpPr/>
                <p:nvPr/>
              </p:nvGrpSpPr>
              <p:grpSpPr>
                <a:xfrm>
                  <a:off x="5140226" y="2886954"/>
                  <a:ext cx="2051174" cy="1611612"/>
                  <a:chOff x="6202139" y="3457936"/>
                  <a:chExt cx="2051174" cy="1611612"/>
                </a:xfrm>
              </p:grpSpPr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6536686" y="3727718"/>
                    <a:ext cx="1716627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8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Talent relationships expand</a:t>
                    </a:r>
                    <a:endParaRPr lang="en-US" sz="1100" dirty="0"/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6568958" y="4314271"/>
                    <a:ext cx="1420041" cy="75527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Relationships extend beyond a single hiring cycle.</a:t>
                    </a:r>
                    <a:endParaRPr lang="en-US" sz="1100" dirty="0"/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6202139" y="3457936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04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34" name="Group 34"/>
              <p:cNvGrpSpPr/>
              <p:nvPr/>
            </p:nvGrpSpPr>
            <p:grpSpPr>
              <a:xfrm>
                <a:off x="8244909" y="3240619"/>
                <a:ext cx="3646839" cy="1284244"/>
                <a:chOff x="5034087" y="2516305"/>
                <a:chExt cx="2365690" cy="2046864"/>
              </a:xfrm>
            </p:grpSpPr>
            <p:sp>
              <p:nvSpPr>
                <p:cNvPr id="35" name="AutoShape 35"/>
                <p:cNvSpPr/>
                <p:nvPr/>
              </p:nvSpPr>
              <p:spPr>
                <a:xfrm>
                  <a:off x="5034087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36" name="Group 36"/>
                <p:cNvGrpSpPr/>
                <p:nvPr/>
              </p:nvGrpSpPr>
              <p:grpSpPr>
                <a:xfrm>
                  <a:off x="5136464" y="2798651"/>
                  <a:ext cx="2263313" cy="1596149"/>
                  <a:chOff x="6198377" y="3369633"/>
                  <a:chExt cx="2263313" cy="1596149"/>
                </a:xfrm>
              </p:grpSpPr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6542617" y="3458873"/>
                    <a:ext cx="1919073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8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Value compounds</a:t>
                    </a:r>
                    <a:endParaRPr lang="en-US" sz="1100" dirty="0"/>
                  </a:p>
                </p:txBody>
              </p:sp>
              <p:sp>
                <p:nvSpPr>
                  <p:cNvPr id="38" name="TextBox 38"/>
                  <p:cNvSpPr txBox="1"/>
                  <p:nvPr/>
                </p:nvSpPr>
                <p:spPr>
                  <a:xfrm>
                    <a:off x="6568958" y="4210505"/>
                    <a:ext cx="1591047" cy="75527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Every use adds evidence and strengthens the loop.</a:t>
                    </a:r>
                    <a:endParaRPr lang="en-US" sz="1100" dirty="0"/>
                  </a:p>
                </p:txBody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6198377" y="3369633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05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40" name="Group 40"/>
              <p:cNvGrpSpPr/>
              <p:nvPr/>
            </p:nvGrpSpPr>
            <p:grpSpPr>
              <a:xfrm>
                <a:off x="8244907" y="4845620"/>
                <a:ext cx="3687444" cy="1284244"/>
                <a:chOff x="5034087" y="2516305"/>
                <a:chExt cx="2392031" cy="2046864"/>
              </a:xfrm>
            </p:grpSpPr>
            <p:sp>
              <p:nvSpPr>
                <p:cNvPr id="41" name="AutoShape 41"/>
                <p:cNvSpPr/>
                <p:nvPr/>
              </p:nvSpPr>
              <p:spPr>
                <a:xfrm>
                  <a:off x="5034087" y="2516305"/>
                  <a:ext cx="2123826" cy="2046864"/>
                </a:xfrm>
                <a:prstGeom prst="roundRect">
                  <a:avLst/>
                </a:prstGeom>
                <a:solidFill>
                  <a:srgbClr val="FFFFFF">
                    <a:alpha val="100000"/>
                  </a:srgbClr>
                </a:solidFill>
                <a:ln w="9525">
                  <a:solidFill>
                    <a:srgbClr val="8205EB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grpSp>
              <p:nvGrpSpPr>
                <p:cNvPr id="42" name="Group 42"/>
                <p:cNvGrpSpPr/>
                <p:nvPr/>
              </p:nvGrpSpPr>
              <p:grpSpPr>
                <a:xfrm>
                  <a:off x="5151341" y="2723226"/>
                  <a:ext cx="2274777" cy="1542358"/>
                  <a:chOff x="6213254" y="3294208"/>
                  <a:chExt cx="2274777" cy="1542358"/>
                </a:xfrm>
              </p:grpSpPr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6568958" y="3364310"/>
                    <a:ext cx="1919073" cy="54029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800" b="1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Increase retention</a:t>
                    </a:r>
                    <a:endParaRPr lang="en-US" sz="1100" dirty="0"/>
                  </a:p>
                </p:txBody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6589499" y="4081291"/>
                    <a:ext cx="1469472" cy="75527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08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100" b="0" i="0" strike="noStrike" dirty="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Longitudinal evidence creates durable relationships.</a:t>
                    </a:r>
                    <a:endParaRPr lang="en-US" sz="1100" dirty="0"/>
                  </a:p>
                </p:txBody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6213254" y="3294208"/>
                    <a:ext cx="550686" cy="680494"/>
                  </a:xfrm>
                  <a:prstGeom prst="rect">
                    <a:avLst/>
                  </a:prstGeom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l">
                      <a:defRPr/>
                    </a:pPr>
                    <a:r>
                      <a:rPr lang="en-US" sz="2700" b="1" i="0" dirty="0">
                        <a:ln/>
                        <a:gradFill>
                          <a:gsLst>
                            <a:gs pos="0">
                              <a:srgbClr val="8205EB">
                                <a:alpha val="100000"/>
                                <a:lumMod val="60000"/>
                                <a:lumOff val="40000"/>
                              </a:srgbClr>
                            </a:gs>
                            <a:gs pos="75000">
                              <a:srgbClr val="8205EB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latin typeface="Arial"/>
                        <a:ea typeface="Arial"/>
                        <a:cs typeface="Arial"/>
                      </a:rPr>
                      <a:t>06</a:t>
                    </a:r>
                    <a:endParaRPr lang="en-US" sz="1100" dirty="0"/>
                  </a:p>
                </p:txBody>
              </p:sp>
            </p:grpSp>
          </p:grpSp>
        </p:grpSp>
        <p:grpSp>
          <p:nvGrpSpPr>
            <p:cNvPr id="46" name="Group 46"/>
            <p:cNvGrpSpPr/>
            <p:nvPr/>
          </p:nvGrpSpPr>
          <p:grpSpPr>
            <a:xfrm>
              <a:off x="2285387" y="6134100"/>
              <a:ext cx="7621226" cy="723900"/>
              <a:chOff x="2272075" y="6134100"/>
              <a:chExt cx="7621226" cy="723900"/>
            </a:xfrm>
          </p:grpSpPr>
          <p:sp>
            <p:nvSpPr>
              <p:cNvPr id="47" name="AutoShape 47"/>
              <p:cNvSpPr/>
              <p:nvPr/>
            </p:nvSpPr>
            <p:spPr>
              <a:xfrm>
                <a:off x="2913735" y="6134100"/>
                <a:ext cx="6337906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6845699" h="723900">
                    <a:moveTo>
                      <a:pt x="3422849" y="0"/>
                    </a:moveTo>
                    <a:cubicBezTo>
                      <a:pt x="4764466" y="0"/>
                      <a:pt x="5975101" y="275242"/>
                      <a:pt x="6833136" y="716951"/>
                    </a:cubicBezTo>
                    <a:lnTo>
                      <a:pt x="6845699" y="723900"/>
                    </a:lnTo>
                    <a:lnTo>
                      <a:pt x="0" y="723900"/>
                    </a:lnTo>
                    <a:lnTo>
                      <a:pt x="12563" y="716951"/>
                    </a:lnTo>
                    <a:cubicBezTo>
                      <a:pt x="870598" y="275242"/>
                      <a:pt x="2081234" y="0"/>
                      <a:pt x="3422849" y="0"/>
                    </a:cubicBezTo>
                    <a:close/>
                  </a:path>
                </a:pathLst>
              </a:custGeom>
              <a:gradFill>
                <a:gsLst>
                  <a:gs pos="5000">
                    <a:srgbClr val="8205EB">
                      <a:alpha val="14901"/>
                      <a:lumMod val="60000"/>
                      <a:lumOff val="40000"/>
                    </a:srgbClr>
                  </a:gs>
                  <a:gs pos="100000">
                    <a:srgbClr val="8205EB">
                      <a:alpha val="38823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8" name="AutoShape 48"/>
              <p:cNvSpPr/>
              <p:nvPr/>
            </p:nvSpPr>
            <p:spPr>
              <a:xfrm>
                <a:off x="2272075" y="6392610"/>
                <a:ext cx="7621226" cy="465390"/>
              </a:xfrm>
              <a:custGeom>
                <a:avLst/>
                <a:gdLst/>
                <a:ahLst/>
                <a:cxnLst/>
                <a:rect l="l" t="t" r="r" b="b"/>
                <a:pathLst>
                  <a:path w="6845699" h="723900">
                    <a:moveTo>
                      <a:pt x="3422849" y="0"/>
                    </a:moveTo>
                    <a:cubicBezTo>
                      <a:pt x="4764466" y="0"/>
                      <a:pt x="5975101" y="275242"/>
                      <a:pt x="6833136" y="716951"/>
                    </a:cubicBezTo>
                    <a:lnTo>
                      <a:pt x="6845699" y="723900"/>
                    </a:lnTo>
                    <a:lnTo>
                      <a:pt x="0" y="723900"/>
                    </a:lnTo>
                    <a:lnTo>
                      <a:pt x="12563" y="716951"/>
                    </a:lnTo>
                    <a:cubicBezTo>
                      <a:pt x="870598" y="275242"/>
                      <a:pt x="2081234" y="0"/>
                      <a:pt x="342284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15EC5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Impact on the Ecosystem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1850" y="2903823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The Road Ahead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71850" y="3891221"/>
            <a:ext cx="5435600" cy="23444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How CareerOS can evolve responsibly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edb65f6-817d-49e7-b723-a51d69fa26a6"/>
          <p:cNvGrpSpPr/>
          <p:nvPr/>
        </p:nvGrpSpPr>
        <p:grpSpPr>
          <a:xfrm>
            <a:off x="655917" y="1130300"/>
            <a:ext cx="10862982" cy="5003800"/>
            <a:chOff x="655917" y="1130300"/>
            <a:chExt cx="10862982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63543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From career platform to national talent intelligence infrastructure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55917" y="2145215"/>
              <a:ext cx="1982434" cy="3988885"/>
              <a:chOff x="655917" y="2145215"/>
              <a:chExt cx="1982434" cy="398888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149695"/>
                <a:ext cx="1973468" cy="1973469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655917" y="2145215"/>
                <a:ext cx="1982434" cy="1982430"/>
              </a:xfrm>
              <a:prstGeom prst="arc">
                <a:avLst>
                  <a:gd name="adj1" fmla="val 16200000"/>
                  <a:gd name="adj2" fmla="val 4404668"/>
                </a:avLst>
              </a:prstGeom>
              <a:ln w="127000">
                <a:gradFill>
                  <a:gsLst>
                    <a:gs pos="0">
                      <a:srgbClr val="8205EB">
                        <a:alpha val="100000"/>
                        <a:lumMod val="60000"/>
                        <a:lumOff val="40000"/>
                      </a:srgbClr>
                    </a:gs>
                    <a:gs pos="100000">
                      <a:srgbClr val="8205EB">
                        <a:alpha val="10000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975352" y="2464645"/>
                <a:ext cx="1343565" cy="1343571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03428" y="4230874"/>
                <a:ext cx="1887412" cy="7748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Today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03428" y="5005722"/>
                <a:ext cx="1887412" cy="11283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Connected student, employer, and university workspaces.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59863" y="2145215"/>
              <a:ext cx="1982434" cy="3988885"/>
              <a:chOff x="2859863" y="2145215"/>
              <a:chExt cx="1982434" cy="398888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4346" y="2149695"/>
                <a:ext cx="1973468" cy="1973469"/>
              </a:xfrm>
              <a:prstGeom prst="ellipse">
                <a:avLst/>
              </a:prstGeom>
              <a:solidFill>
                <a:srgbClr val="015EC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859863" y="2145215"/>
                <a:ext cx="1982434" cy="1982430"/>
              </a:xfrm>
              <a:prstGeom prst="arc">
                <a:avLst>
                  <a:gd name="adj1" fmla="val 16200000"/>
                  <a:gd name="adj2" fmla="val 4404668"/>
                </a:avLst>
              </a:prstGeom>
              <a:ln w="127000">
                <a:gradFill>
                  <a:gsLst>
                    <a:gs pos="0">
                      <a:srgbClr val="015EC5">
                        <a:alpha val="100000"/>
                        <a:lumMod val="60000"/>
                        <a:lumOff val="40000"/>
                      </a:srgbClr>
                    </a:gs>
                    <a:gs pos="100000">
                      <a:srgbClr val="015EC5">
                        <a:alpha val="10000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79298" y="2464645"/>
                <a:ext cx="1343565" cy="1343571"/>
              </a:xfrm>
              <a:prstGeom prst="ellipse">
                <a:avLst/>
              </a:prstGeom>
              <a:gradFill>
                <a:gsLst>
                  <a:gs pos="0">
                    <a:srgbClr val="015EC5">
                      <a:alpha val="100000"/>
                      <a:lumMod val="60000"/>
                      <a:lumOff val="40000"/>
                    </a:srgbClr>
                  </a:gs>
                  <a:gs pos="50000">
                    <a:srgbClr val="015EC5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907374" y="4230874"/>
                <a:ext cx="1887412" cy="7748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Next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07374" y="5005722"/>
                <a:ext cx="1887412" cy="11283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Build a verified, permissioned evidence network.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063809" y="2145215"/>
              <a:ext cx="1982434" cy="3988885"/>
              <a:chOff x="5063809" y="2145215"/>
              <a:chExt cx="1982434" cy="3988885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5068292" y="2149695"/>
                <a:ext cx="1973468" cy="1973469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5063809" y="2145215"/>
                <a:ext cx="1982434" cy="1982430"/>
              </a:xfrm>
              <a:prstGeom prst="arc">
                <a:avLst>
                  <a:gd name="adj1" fmla="val 16200000"/>
                  <a:gd name="adj2" fmla="val 4404668"/>
                </a:avLst>
              </a:prstGeom>
              <a:ln w="127000">
                <a:gradFill>
                  <a:gsLst>
                    <a:gs pos="0">
                      <a:srgbClr val="8205EB">
                        <a:alpha val="100000"/>
                        <a:lumMod val="60000"/>
                        <a:lumOff val="40000"/>
                      </a:srgbClr>
                    </a:gs>
                    <a:gs pos="100000">
                      <a:srgbClr val="8205EB">
                        <a:alpha val="10000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83244" y="2464645"/>
                <a:ext cx="1343565" cy="1343571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11320" y="4230874"/>
                <a:ext cx="1887412" cy="7748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Future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11320" y="5005722"/>
                <a:ext cx="1887412" cy="11283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Human-governed career intelligence supported by AI.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67755" y="2145215"/>
              <a:ext cx="1982434" cy="3988885"/>
              <a:chOff x="7267755" y="2145215"/>
              <a:chExt cx="1982434" cy="3988885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7272238" y="2149695"/>
                <a:ext cx="1973468" cy="1973469"/>
              </a:xfrm>
              <a:prstGeom prst="ellipse">
                <a:avLst/>
              </a:prstGeom>
              <a:solidFill>
                <a:srgbClr val="015EC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7267755" y="2145215"/>
                <a:ext cx="1982434" cy="1982430"/>
              </a:xfrm>
              <a:prstGeom prst="arc">
                <a:avLst>
                  <a:gd name="adj1" fmla="val 16200000"/>
                  <a:gd name="adj2" fmla="val 4404668"/>
                </a:avLst>
              </a:prstGeom>
              <a:ln w="127000">
                <a:gradFill>
                  <a:gsLst>
                    <a:gs pos="0">
                      <a:srgbClr val="015EC5">
                        <a:alpha val="100000"/>
                        <a:lumMod val="60000"/>
                        <a:lumOff val="40000"/>
                      </a:srgbClr>
                    </a:gs>
                    <a:gs pos="100000">
                      <a:srgbClr val="015EC5">
                        <a:alpha val="10000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87190" y="2464645"/>
                <a:ext cx="1343565" cy="1343571"/>
              </a:xfrm>
              <a:prstGeom prst="ellipse">
                <a:avLst/>
              </a:prstGeom>
              <a:gradFill>
                <a:gsLst>
                  <a:gs pos="0">
                    <a:srgbClr val="015EC5">
                      <a:alpha val="100000"/>
                      <a:lumMod val="60000"/>
                      <a:lumOff val="40000"/>
                    </a:srgbClr>
                  </a:gs>
                  <a:gs pos="50000">
                    <a:srgbClr val="015EC5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315266" y="4230874"/>
                <a:ext cx="1887412" cy="7748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Long-term advantage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15266" y="5005722"/>
                <a:ext cx="1887412" cy="11283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Trusted longitudinal context that isolated platforms cannot see.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471703" y="2145215"/>
              <a:ext cx="1982434" cy="3988885"/>
              <a:chOff x="9471703" y="2145215"/>
              <a:chExt cx="1982434" cy="3988885"/>
            </a:xfrm>
          </p:grpSpPr>
          <p:sp>
            <p:nvSpPr>
              <p:cNvPr id="29" name="AutoShape 29"/>
              <p:cNvSpPr/>
              <p:nvPr/>
            </p:nvSpPr>
            <p:spPr>
              <a:xfrm>
                <a:off x="9476186" y="2149695"/>
                <a:ext cx="1973468" cy="1973469"/>
              </a:xfrm>
              <a:prstGeom prst="ellipse">
                <a:avLst/>
              </a:prstGeom>
              <a:solidFill>
                <a:srgbClr val="8205E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AutoShape 30"/>
              <p:cNvSpPr/>
              <p:nvPr/>
            </p:nvSpPr>
            <p:spPr>
              <a:xfrm>
                <a:off x="9471703" y="2145215"/>
                <a:ext cx="1982434" cy="1982430"/>
              </a:xfrm>
              <a:prstGeom prst="arc">
                <a:avLst>
                  <a:gd name="adj1" fmla="val 16200000"/>
                  <a:gd name="adj2" fmla="val 4404668"/>
                </a:avLst>
              </a:prstGeom>
              <a:ln w="127000">
                <a:gradFill>
                  <a:gsLst>
                    <a:gs pos="0">
                      <a:srgbClr val="8205EB">
                        <a:alpha val="100000"/>
                        <a:lumMod val="60000"/>
                        <a:lumOff val="40000"/>
                      </a:srgbClr>
                    </a:gs>
                    <a:gs pos="100000">
                      <a:srgbClr val="8205EB">
                        <a:alpha val="10000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791138" y="2464645"/>
                <a:ext cx="1343565" cy="1343571"/>
              </a:xfrm>
              <a:prstGeom prst="ellipse">
                <a:avLst/>
              </a:prstGeom>
              <a:gradFill>
                <a:gsLst>
                  <a:gs pos="0">
                    <a:srgbClr val="8205EB">
                      <a:alpha val="100000"/>
                      <a:lumMod val="60000"/>
                      <a:lumOff val="40000"/>
                    </a:srgbClr>
                  </a:gs>
                  <a:gs pos="50000">
                    <a:srgbClr val="8205E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19214" y="4230874"/>
                <a:ext cx="1887412" cy="7748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Continuous evolution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19214" y="5005722"/>
                <a:ext cx="1887412" cy="11283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Evolve with market needs and validated use cases.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Future Vision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Technology Stack</a:t>
            </a:r>
            <a:endParaRPr lang="en-US" sz="1100"/>
          </a:p>
        </p:txBody>
      </p:sp>
      <p:sp>
        <p:nvSpPr>
          <p:cNvPr id="44" name="AutoShape 5">
            <a:extLst>
              <a:ext uri="{FF2B5EF4-FFF2-40B4-BE49-F238E27FC236}">
                <a16:creationId xmlns:a16="http://schemas.microsoft.com/office/drawing/2014/main" id="{12B48220-2239-A5F2-0D11-5CDE712B4BBB}"/>
              </a:ext>
            </a:extLst>
          </p:cNvPr>
          <p:cNvSpPr/>
          <p:nvPr/>
        </p:nvSpPr>
        <p:spPr>
          <a:xfrm>
            <a:off x="660400" y="1533495"/>
            <a:ext cx="4070098" cy="1060980"/>
          </a:xfrm>
          <a:prstGeom prst="roundRect">
            <a:avLst>
              <a:gd name="adj" fmla="val 4000"/>
            </a:avLst>
          </a:prstGeom>
          <a:solidFill>
            <a:srgbClr val="8205EB">
              <a:alpha val="10196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6C62FDDB-8728-2156-9A43-1C3771809E6A}"/>
              </a:ext>
            </a:extLst>
          </p:cNvPr>
          <p:cNvSpPr txBox="1"/>
          <p:nvPr/>
        </p:nvSpPr>
        <p:spPr>
          <a:xfrm>
            <a:off x="707785" y="2169405"/>
            <a:ext cx="4022712" cy="42507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0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React, Vite, and Tailwind CSS power role-based workspaces.</a:t>
            </a:r>
            <a:endParaRPr lang="en-US" sz="1100" dirty="0"/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5AF6160F-E77C-8FAC-AC73-F2C734E7462E}"/>
              </a:ext>
            </a:extLst>
          </p:cNvPr>
          <p:cNvSpPr txBox="1"/>
          <p:nvPr/>
        </p:nvSpPr>
        <p:spPr>
          <a:xfrm>
            <a:off x="707785" y="1673525"/>
            <a:ext cx="2041511" cy="6142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6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Experience Layer</a:t>
            </a:r>
            <a:endParaRPr lang="en-US" sz="1100" dirty="0"/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35799F35-A301-2C97-4F3C-D2AFC84DA298}"/>
              </a:ext>
            </a:extLst>
          </p:cNvPr>
          <p:cNvSpPr txBox="1"/>
          <p:nvPr/>
        </p:nvSpPr>
        <p:spPr>
          <a:xfrm>
            <a:off x="792489" y="1295400"/>
            <a:ext cx="504000" cy="502767"/>
          </a:xfrm>
          <a:prstGeom prst="roundRect">
            <a:avLst>
              <a:gd name="adj" fmla="val 10458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108000" tIns="108000" rIns="108000" bIns="108000" rtlCol="0" anchor="ctr" anchorCtr="0"/>
          <a:lstStyle/>
          <a:p>
            <a:pPr algn="ctr">
              <a:defRPr/>
            </a:pPr>
            <a:r>
              <a:rPr lang="en-US" sz="16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lang="en-US" sz="1100" dirty="0"/>
          </a:p>
        </p:txBody>
      </p:sp>
      <p:sp>
        <p:nvSpPr>
          <p:cNvPr id="52" name="AutoShape 10">
            <a:extLst>
              <a:ext uri="{FF2B5EF4-FFF2-40B4-BE49-F238E27FC236}">
                <a16:creationId xmlns:a16="http://schemas.microsoft.com/office/drawing/2014/main" id="{883DED91-EABB-B232-C363-FFE44E9497AA}"/>
              </a:ext>
            </a:extLst>
          </p:cNvPr>
          <p:cNvSpPr/>
          <p:nvPr/>
        </p:nvSpPr>
        <p:spPr>
          <a:xfrm>
            <a:off x="660399" y="2772567"/>
            <a:ext cx="5054601" cy="1142999"/>
          </a:xfrm>
          <a:prstGeom prst="roundRect">
            <a:avLst>
              <a:gd name="adj" fmla="val 4000"/>
            </a:avLst>
          </a:prstGeom>
          <a:solidFill>
            <a:srgbClr val="015EC5">
              <a:alpha val="10196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Box 11">
            <a:extLst>
              <a:ext uri="{FF2B5EF4-FFF2-40B4-BE49-F238E27FC236}">
                <a16:creationId xmlns:a16="http://schemas.microsoft.com/office/drawing/2014/main" id="{9C1B70EC-B48A-AD4E-3B19-A153F6BDA005}"/>
              </a:ext>
            </a:extLst>
          </p:cNvPr>
          <p:cNvSpPr txBox="1"/>
          <p:nvPr/>
        </p:nvSpPr>
        <p:spPr>
          <a:xfrm>
            <a:off x="701688" y="3497885"/>
            <a:ext cx="4251311" cy="3414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0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LLM-powered interaction patterns, recommendations, and routing.</a:t>
            </a:r>
            <a:endParaRPr lang="en-US" sz="1100" dirty="0"/>
          </a:p>
        </p:txBody>
      </p:sp>
      <p:sp>
        <p:nvSpPr>
          <p:cNvPr id="56" name="TextBox 12">
            <a:extLst>
              <a:ext uri="{FF2B5EF4-FFF2-40B4-BE49-F238E27FC236}">
                <a16:creationId xmlns:a16="http://schemas.microsoft.com/office/drawing/2014/main" id="{DC649904-EC29-87EB-EEAC-E8019F45362B}"/>
              </a:ext>
            </a:extLst>
          </p:cNvPr>
          <p:cNvSpPr txBox="1"/>
          <p:nvPr/>
        </p:nvSpPr>
        <p:spPr>
          <a:xfrm>
            <a:off x="701689" y="2960706"/>
            <a:ext cx="2270111" cy="6142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6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Intelligence Layer</a:t>
            </a:r>
            <a:endParaRPr lang="en-US" sz="1100" dirty="0"/>
          </a:p>
        </p:txBody>
      </p:sp>
      <p:sp>
        <p:nvSpPr>
          <p:cNvPr id="58" name="TextBox 13">
            <a:extLst>
              <a:ext uri="{FF2B5EF4-FFF2-40B4-BE49-F238E27FC236}">
                <a16:creationId xmlns:a16="http://schemas.microsoft.com/office/drawing/2014/main" id="{017FEA92-8272-FFA5-E105-BC73E6FCE4EB}"/>
              </a:ext>
            </a:extLst>
          </p:cNvPr>
          <p:cNvSpPr txBox="1"/>
          <p:nvPr/>
        </p:nvSpPr>
        <p:spPr>
          <a:xfrm>
            <a:off x="792489" y="2534472"/>
            <a:ext cx="504000" cy="502767"/>
          </a:xfrm>
          <a:prstGeom prst="roundRect">
            <a:avLst>
              <a:gd name="adj" fmla="val 10458"/>
            </a:avLst>
          </a:prstGeom>
          <a:solidFill>
            <a:srgbClr val="015EC5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108000" tIns="108000" rIns="108000" bIns="108000" rtlCol="0" anchor="ctr" anchorCtr="0"/>
          <a:lstStyle/>
          <a:p>
            <a:pPr algn="ctr">
              <a:defRPr/>
            </a:pPr>
            <a:r>
              <a:rPr lang="en-US" sz="16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lang="en-US" sz="1100" dirty="0"/>
          </a:p>
        </p:txBody>
      </p:sp>
      <p:sp>
        <p:nvSpPr>
          <p:cNvPr id="60" name="AutoShape 15">
            <a:extLst>
              <a:ext uri="{FF2B5EF4-FFF2-40B4-BE49-F238E27FC236}">
                <a16:creationId xmlns:a16="http://schemas.microsoft.com/office/drawing/2014/main" id="{72D46C86-50B6-DC23-84DF-33777527052D}"/>
              </a:ext>
            </a:extLst>
          </p:cNvPr>
          <p:cNvSpPr/>
          <p:nvPr/>
        </p:nvSpPr>
        <p:spPr>
          <a:xfrm>
            <a:off x="665111" y="4065269"/>
            <a:ext cx="6192889" cy="1298097"/>
          </a:xfrm>
          <a:prstGeom prst="roundRect">
            <a:avLst>
              <a:gd name="adj" fmla="val 4000"/>
            </a:avLst>
          </a:prstGeom>
          <a:solidFill>
            <a:srgbClr val="8205EB">
              <a:alpha val="10196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52939322-3965-A3C6-BC9C-6CB78FE8B405}"/>
              </a:ext>
            </a:extLst>
          </p:cNvPr>
          <p:cNvSpPr txBox="1"/>
          <p:nvPr/>
        </p:nvSpPr>
        <p:spPr>
          <a:xfrm>
            <a:off x="712497" y="4809057"/>
            <a:ext cx="5770599" cy="3714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0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Cross-page state, evidence handoffs, interventions, and controls.</a:t>
            </a:r>
            <a:endParaRPr lang="en-US" sz="1100" dirty="0"/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31B3384E-7FBA-363A-D498-2F9BBE777049}"/>
              </a:ext>
            </a:extLst>
          </p:cNvPr>
          <p:cNvSpPr txBox="1"/>
          <p:nvPr/>
        </p:nvSpPr>
        <p:spPr>
          <a:xfrm>
            <a:off x="712497" y="4258561"/>
            <a:ext cx="2265399" cy="6142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6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Workflow Layer</a:t>
            </a:r>
            <a:endParaRPr lang="en-US" sz="1100" dirty="0"/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AAA08BC9-DFB0-6C92-09D6-59D3FB4C122E}"/>
              </a:ext>
            </a:extLst>
          </p:cNvPr>
          <p:cNvSpPr txBox="1"/>
          <p:nvPr/>
        </p:nvSpPr>
        <p:spPr>
          <a:xfrm>
            <a:off x="797201" y="3827174"/>
            <a:ext cx="504000" cy="502767"/>
          </a:xfrm>
          <a:prstGeom prst="roundRect">
            <a:avLst>
              <a:gd name="adj" fmla="val 10458"/>
            </a:avLst>
          </a:prstGeom>
          <a:solidFill>
            <a:srgbClr val="8205EB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108000" tIns="108000" rIns="108000" bIns="108000" rtlCol="0" anchor="ctr" anchorCtr="0"/>
          <a:lstStyle/>
          <a:p>
            <a:pPr algn="ctr">
              <a:defRPr/>
            </a:pPr>
            <a:r>
              <a:rPr lang="en-US" sz="16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 dirty="0"/>
          </a:p>
        </p:txBody>
      </p:sp>
      <p:sp>
        <p:nvSpPr>
          <p:cNvPr id="68" name="AutoShape 20">
            <a:extLst>
              <a:ext uri="{FF2B5EF4-FFF2-40B4-BE49-F238E27FC236}">
                <a16:creationId xmlns:a16="http://schemas.microsoft.com/office/drawing/2014/main" id="{AA2431A9-5E5D-A3F8-4753-C7081A987050}"/>
              </a:ext>
            </a:extLst>
          </p:cNvPr>
          <p:cNvSpPr/>
          <p:nvPr/>
        </p:nvSpPr>
        <p:spPr>
          <a:xfrm>
            <a:off x="660399" y="5556659"/>
            <a:ext cx="7340601" cy="1142999"/>
          </a:xfrm>
          <a:prstGeom prst="roundRect">
            <a:avLst>
              <a:gd name="adj" fmla="val 4000"/>
            </a:avLst>
          </a:prstGeom>
          <a:solidFill>
            <a:srgbClr val="015EC5">
              <a:alpha val="10196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Box 21">
            <a:extLst>
              <a:ext uri="{FF2B5EF4-FFF2-40B4-BE49-F238E27FC236}">
                <a16:creationId xmlns:a16="http://schemas.microsoft.com/office/drawing/2014/main" id="{D451B126-FB27-702D-9F6B-55419798AA64}"/>
              </a:ext>
            </a:extLst>
          </p:cNvPr>
          <p:cNvSpPr txBox="1"/>
          <p:nvPr/>
        </p:nvSpPr>
        <p:spPr>
          <a:xfrm>
            <a:off x="712497" y="6244517"/>
            <a:ext cx="4240502" cy="38617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000" b="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FastAPI</a:t>
            </a:r>
            <a:r>
              <a:rPr lang="en-US" sz="10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services and an extensible API architecture.</a:t>
            </a:r>
            <a:endParaRPr lang="en-US" sz="1100" dirty="0"/>
          </a:p>
        </p:txBody>
      </p:sp>
      <p:sp>
        <p:nvSpPr>
          <p:cNvPr id="72" name="TextBox 22">
            <a:extLst>
              <a:ext uri="{FF2B5EF4-FFF2-40B4-BE49-F238E27FC236}">
                <a16:creationId xmlns:a16="http://schemas.microsoft.com/office/drawing/2014/main" id="{091B6DAE-ACEF-CACF-658C-2FDF6C63E56A}"/>
              </a:ext>
            </a:extLst>
          </p:cNvPr>
          <p:cNvSpPr txBox="1"/>
          <p:nvPr/>
        </p:nvSpPr>
        <p:spPr>
          <a:xfrm>
            <a:off x="701688" y="5715000"/>
            <a:ext cx="2346311" cy="6142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6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Backend Layer</a:t>
            </a:r>
            <a:endParaRPr lang="en-US" sz="1100" dirty="0"/>
          </a:p>
        </p:txBody>
      </p:sp>
      <p:sp>
        <p:nvSpPr>
          <p:cNvPr id="74" name="TextBox 23">
            <a:extLst>
              <a:ext uri="{FF2B5EF4-FFF2-40B4-BE49-F238E27FC236}">
                <a16:creationId xmlns:a16="http://schemas.microsoft.com/office/drawing/2014/main" id="{FCAD28A0-1E12-9107-7C1A-72A0CE3485A1}"/>
              </a:ext>
            </a:extLst>
          </p:cNvPr>
          <p:cNvSpPr txBox="1"/>
          <p:nvPr/>
        </p:nvSpPr>
        <p:spPr>
          <a:xfrm>
            <a:off x="792489" y="5318564"/>
            <a:ext cx="504000" cy="502767"/>
          </a:xfrm>
          <a:prstGeom prst="roundRect">
            <a:avLst>
              <a:gd name="adj" fmla="val 10458"/>
            </a:avLst>
          </a:prstGeom>
          <a:solidFill>
            <a:srgbClr val="015EC5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108000" tIns="108000" rIns="108000" bIns="108000" rtlCol="0" anchor="ctr" anchorCtr="0"/>
          <a:lstStyle/>
          <a:p>
            <a:pPr algn="ctr">
              <a:defRPr/>
            </a:pPr>
            <a:r>
              <a:rPr lang="en-US" sz="16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5c09ba8-3d2f-4b9d-806b-842eeb0ff0f1"/>
          <p:cNvGrpSpPr/>
          <p:nvPr/>
        </p:nvGrpSpPr>
        <p:grpSpPr>
          <a:xfrm>
            <a:off x="660400" y="1130300"/>
            <a:ext cx="10858500" cy="4339052"/>
            <a:chOff x="660400" y="1130300"/>
            <a:chExt cx="10858500" cy="4339052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66133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Preserve the signal. Act earlier.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016002" y="2613913"/>
              <a:ext cx="10121896" cy="878569"/>
              <a:chOff x="1016002" y="2613913"/>
              <a:chExt cx="10121896" cy="878569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1016002" y="2613913"/>
                <a:ext cx="6093512" cy="878569"/>
                <a:chOff x="1016002" y="2613913"/>
                <a:chExt cx="6093512" cy="878569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1016002" y="2613913"/>
                  <a:ext cx="5898485" cy="8785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72000" tIns="45720" rIns="18000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CareerOS preserves student evidence, helps employers recognise talent, and enables earlier university action.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1114655" y="2699526"/>
                  <a:ext cx="707343" cy="707343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 rot="5400000">
                  <a:off x="6844162" y="2930349"/>
                  <a:ext cx="285007" cy="245696"/>
                </a:xfrm>
                <a:prstGeom prst="triangle">
                  <a:avLst/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</p:grpSp>
          <p:sp>
            <p:nvSpPr>
              <p:cNvPr id="9" name="AutoShape 9"/>
              <p:cNvSpPr/>
              <p:nvPr/>
            </p:nvSpPr>
            <p:spPr>
              <a:xfrm>
                <a:off x="7798107" y="2613913"/>
                <a:ext cx="0" cy="878569"/>
              </a:xfrm>
              <a:prstGeom prst="line">
                <a:avLst/>
              </a:prstGeom>
              <a:ln w="15875">
                <a:solidFill>
                  <a:srgbClr val="44546A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569649" y="2723408"/>
                <a:ext cx="2568249" cy="729568"/>
              </a:xfrm>
              <a:prstGeom prst="roundRect">
                <a:avLst/>
              </a:prstGeom>
              <a:solidFill>
                <a:srgbClr val="44546A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54000" rIns="108000" bIns="504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Core Idea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016002" y="4590783"/>
              <a:ext cx="10121896" cy="878569"/>
              <a:chOff x="1016002" y="4590783"/>
              <a:chExt cx="10121896" cy="878569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1016002" y="4590783"/>
                <a:ext cx="6782105" cy="878569"/>
                <a:chOff x="1016002" y="4590783"/>
                <a:chExt cx="6782105" cy="878569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1016002" y="4590783"/>
                  <a:ext cx="5898485" cy="8785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72000" tIns="45720" rIns="18000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Remember the signal  |  Prove ability  |  Act earlier.</a:t>
                  </a:r>
                  <a:endParaRPr lang="en-US" sz="1100" dirty="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114655" y="4676396"/>
                  <a:ext cx="707343" cy="707343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8205EB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 rot="5400000">
                  <a:off x="6844162" y="4907219"/>
                  <a:ext cx="285007" cy="245696"/>
                </a:xfrm>
                <a:prstGeom prst="triangle">
                  <a:avLst/>
                </a:prstGeom>
                <a:solidFill>
                  <a:srgbClr val="8205EB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  <p:sp>
              <p:nvSpPr>
                <p:cNvPr id="16" name="AutoShape 16"/>
                <p:cNvSpPr/>
                <p:nvPr/>
              </p:nvSpPr>
              <p:spPr>
                <a:xfrm>
                  <a:off x="7798107" y="4590783"/>
                  <a:ext cx="0" cy="878569"/>
                </a:xfrm>
                <a:prstGeom prst="line">
                  <a:avLst/>
                </a:prstGeom>
                <a:ln w="15875">
                  <a:solidFill>
                    <a:srgbClr val="44546A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/>
                <a:lstStyle/>
                <a:p>
                  <a:endParaRPr lang="en-MY"/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8569649" y="4700278"/>
                <a:ext cx="2568249" cy="729568"/>
              </a:xfrm>
              <a:prstGeom prst="roundRect">
                <a:avLst/>
              </a:prstGeom>
              <a:solidFill>
                <a:srgbClr val="44546A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54000" rIns="108000" bIns="504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Call to Action</a:t>
                </a:r>
                <a:endParaRPr lang="en-US" sz="1100"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2628900"/>
            <a:ext cx="10858500" cy="1409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b8873c2-63e2-4fab-a5fe-64589df546f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1413</Words>
  <Application>Microsoft Office PowerPoint</Application>
  <PresentationFormat>Widescreen</PresentationFormat>
  <Paragraphs>322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微软雅黑</vt:lpstr>
      <vt:lpstr>微软雅黑</vt:lpstr>
      <vt:lpstr>Aptos</vt:lpstr>
      <vt:lpstr>Arial</vt:lpstr>
      <vt:lpstr>Calibri</vt:lpstr>
      <vt:lpstr>Microsoft Sans Serif</vt:lpstr>
      <vt:lpstr>4b8873c2-63e2-4fab-a5fe-64589df546f7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Chee Kinston</cp:lastModifiedBy>
  <cp:revision>2</cp:revision>
  <dcterms:created xsi:type="dcterms:W3CDTF">2006-08-16T00:00:00Z</dcterms:created>
  <dcterms:modified xsi:type="dcterms:W3CDTF">2026-07-25T17:21:19Z</dcterms:modified>
</cp:coreProperties>
</file>